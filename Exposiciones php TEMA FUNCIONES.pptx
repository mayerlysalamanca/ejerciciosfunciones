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0"/>
  </p:notesMasterIdLst>
  <p:sldIdLst>
    <p:sldId id="257" r:id="rId2"/>
    <p:sldId id="258" r:id="rId3"/>
    <p:sldId id="259" r:id="rId4"/>
    <p:sldId id="260" r:id="rId5"/>
    <p:sldId id="261" r:id="rId6"/>
    <p:sldId id="262" r:id="rId7"/>
    <p:sldId id="263" r:id="rId8"/>
    <p:sldId id="264" r:id="rId9"/>
  </p:sldIdLst>
  <p:sldSz cx="9144000" cy="6858000" type="screen4x3"/>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O" dirty="0"/>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2FBB7F1-4AC6-4059-A7E8-4825CA3EC7A7}" type="datetimeFigureOut">
              <a:rPr lang="es-CO" smtClean="0"/>
              <a:t>15/12/2021</a:t>
            </a:fld>
            <a:endParaRPr lang="es-CO" dirty="0"/>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CO" dirty="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O" dirty="0"/>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5AE80B0-9C81-41AD-9103-FD769444CA65}" type="slidenum">
              <a:rPr lang="es-CO" smtClean="0"/>
              <a:t>‹Nº›</a:t>
            </a:fld>
            <a:endParaRPr lang="es-CO" dirty="0"/>
          </a:p>
        </p:txBody>
      </p:sp>
    </p:spTree>
    <p:extLst>
      <p:ext uri="{BB962C8B-B14F-4D97-AF65-F5344CB8AC3E}">
        <p14:creationId xmlns:p14="http://schemas.microsoft.com/office/powerpoint/2010/main" val="1732406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O" dirty="0"/>
          </a:p>
        </p:txBody>
      </p:sp>
      <p:sp>
        <p:nvSpPr>
          <p:cNvPr id="4" name="3 Marcador de número de diapositiva"/>
          <p:cNvSpPr>
            <a:spLocks noGrp="1"/>
          </p:cNvSpPr>
          <p:nvPr>
            <p:ph type="sldNum" sz="quarter" idx="10"/>
          </p:nvPr>
        </p:nvSpPr>
        <p:spPr/>
        <p:txBody>
          <a:bodyPr/>
          <a:lstStyle/>
          <a:p>
            <a:fld id="{35AE80B0-9C81-41AD-9103-FD769444CA65}" type="slidenum">
              <a:rPr lang="es-CO" smtClean="0"/>
              <a:t>1</a:t>
            </a:fld>
            <a:endParaRPr lang="es-CO" dirty="0"/>
          </a:p>
        </p:txBody>
      </p:sp>
    </p:spTree>
    <p:extLst>
      <p:ext uri="{BB962C8B-B14F-4D97-AF65-F5344CB8AC3E}">
        <p14:creationId xmlns:p14="http://schemas.microsoft.com/office/powerpoint/2010/main" val="42192588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95" name="Group 94"/>
          <p:cNvGrpSpPr/>
          <p:nvPr/>
        </p:nvGrpSpPr>
        <p:grpSpPr>
          <a:xfrm>
            <a:off x="0" y="-30477"/>
            <a:ext cx="9067800" cy="6889273"/>
            <a:chOff x="0" y="-30477"/>
            <a:chExt cx="9067800" cy="6889273"/>
          </a:xfrm>
        </p:grpSpPr>
        <p:cxnSp>
          <p:nvCxnSpPr>
            <p:cNvPr id="110" name="Straight Connector 109"/>
            <p:cNvCxnSpPr/>
            <p:nvPr/>
          </p:nvCxnSpPr>
          <p:spPr>
            <a:xfrm rot="16200000" flipH="1">
              <a:off x="-1447800" y="3352800"/>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rot="16200000" flipH="1">
              <a:off x="-1638300" y="3238500"/>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rot="5400000">
              <a:off x="-1485900" y="3238500"/>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rot="5400000">
              <a:off x="-3238500" y="3314700"/>
              <a:ext cx="6858000" cy="228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rot="16200000" flipH="1">
              <a:off x="-3314700" y="3314700"/>
              <a:ext cx="6858000"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rot="16200000" flipH="1">
              <a:off x="-1371600" y="2971800"/>
              <a:ext cx="6858000" cy="9144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rot="16200000" flipH="1">
              <a:off x="-2819400" y="3200400"/>
              <a:ext cx="6858000" cy="457200"/>
            </a:xfrm>
            <a:prstGeom prst="line">
              <a:avLst/>
            </a:prstGeom>
            <a:ln>
              <a:solidFill>
                <a:schemeClr val="accent1">
                  <a:alpha val="90000"/>
                </a:schemeClr>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rot="5400000">
              <a:off x="-2705099" y="3238500"/>
              <a:ext cx="6858000" cy="3810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rot="16200000" flipH="1">
              <a:off x="-2133600" y="3200400"/>
              <a:ext cx="6858000"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rot="16200000" flipH="1">
              <a:off x="-3124200" y="3276600"/>
              <a:ext cx="68580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rot="16200000" flipH="1">
              <a:off x="-1828799" y="3352799"/>
              <a:ext cx="6858000" cy="15240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rot="16200000" flipH="1">
              <a:off x="-2819400" y="3352800"/>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a:xfrm rot="16200000" flipH="1">
              <a:off x="-2438400" y="3124200"/>
              <a:ext cx="6858000" cy="6096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a:xfrm rot="5400000">
              <a:off x="-1731645" y="2722245"/>
              <a:ext cx="6858000" cy="1413510"/>
            </a:xfrm>
            <a:prstGeom prst="line">
              <a:avLst/>
            </a:prstGeom>
            <a:ln>
              <a:solidFill>
                <a:schemeClr val="accent1">
                  <a:alpha val="39000"/>
                </a:schemeClr>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a:xfrm rot="5400000">
              <a:off x="-1142048" y="3277552"/>
              <a:ext cx="6858000" cy="302895"/>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p:nvCxnSpPr>
          <p:spPr>
            <a:xfrm rot="5400000">
              <a:off x="-914400" y="3276600"/>
              <a:ext cx="68580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rot="5400000">
              <a:off x="-1855470" y="3227070"/>
              <a:ext cx="6858000" cy="40386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rot="16200000" flipH="1">
              <a:off x="-2643187" y="3252788"/>
              <a:ext cx="6858000" cy="352425"/>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a:xfrm rot="16200000" flipH="1">
              <a:off x="-1954530" y="3326130"/>
              <a:ext cx="6858000" cy="205740"/>
            </a:xfrm>
            <a:prstGeom prst="line">
              <a:avLst/>
            </a:prstGeom>
            <a:ln w="5080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a:xfrm rot="16200000" flipH="1">
              <a:off x="-2362200" y="3352800"/>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a:xfrm rot="16200000" flipH="1">
              <a:off x="-2133600" y="3352800"/>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a:xfrm rot="16200000" flipH="1">
              <a:off x="1066800" y="3352800"/>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1" name="Straight Connector 210"/>
            <p:cNvCxnSpPr/>
            <p:nvPr/>
          </p:nvCxnSpPr>
          <p:spPr>
            <a:xfrm rot="16200000" flipH="1">
              <a:off x="876300" y="3238500"/>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2" name="Straight Connector 211"/>
            <p:cNvCxnSpPr/>
            <p:nvPr/>
          </p:nvCxnSpPr>
          <p:spPr>
            <a:xfrm rot="5400000">
              <a:off x="1028700" y="3238500"/>
              <a:ext cx="6858000" cy="3810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213" name="Straight Connector 212"/>
            <p:cNvCxnSpPr/>
            <p:nvPr/>
          </p:nvCxnSpPr>
          <p:spPr>
            <a:xfrm rot="5400000">
              <a:off x="-723900" y="3314700"/>
              <a:ext cx="6858000" cy="228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p:cNvCxnSpPr/>
            <p:nvPr/>
          </p:nvCxnSpPr>
          <p:spPr>
            <a:xfrm rot="16200000" flipH="1">
              <a:off x="-800100" y="3314700"/>
              <a:ext cx="6858000"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5" name="Straight Connector 214"/>
            <p:cNvCxnSpPr/>
            <p:nvPr/>
          </p:nvCxnSpPr>
          <p:spPr>
            <a:xfrm rot="5400000">
              <a:off x="-152400" y="3429000"/>
              <a:ext cx="6858000" cy="1588"/>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216" name="Straight Connector 215"/>
            <p:cNvCxnSpPr/>
            <p:nvPr/>
          </p:nvCxnSpPr>
          <p:spPr>
            <a:xfrm rot="16200000" flipH="1">
              <a:off x="-304800" y="3200400"/>
              <a:ext cx="6858000" cy="4572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217" name="Straight Connector 216"/>
            <p:cNvCxnSpPr/>
            <p:nvPr/>
          </p:nvCxnSpPr>
          <p:spPr>
            <a:xfrm rot="5400000">
              <a:off x="-190499" y="3238500"/>
              <a:ext cx="6858000" cy="381000"/>
            </a:xfrm>
            <a:prstGeom prst="line">
              <a:avLst/>
            </a:prstGeom>
            <a:ln w="5080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p:cNvCxnSpPr/>
            <p:nvPr/>
          </p:nvCxnSpPr>
          <p:spPr>
            <a:xfrm rot="16200000" flipH="1">
              <a:off x="381000" y="3200400"/>
              <a:ext cx="6858000"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p:cNvCxnSpPr/>
            <p:nvPr/>
          </p:nvCxnSpPr>
          <p:spPr>
            <a:xfrm rot="16200000" flipH="1">
              <a:off x="-609600" y="3276600"/>
              <a:ext cx="68580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0" name="Straight Connector 219"/>
            <p:cNvCxnSpPr/>
            <p:nvPr/>
          </p:nvCxnSpPr>
          <p:spPr>
            <a:xfrm rot="16200000" flipH="1">
              <a:off x="685801" y="3352799"/>
              <a:ext cx="6858000" cy="152401"/>
            </a:xfrm>
            <a:prstGeom prst="line">
              <a:avLst/>
            </a:prstGeom>
            <a:ln w="5080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p:cNvCxnSpPr/>
            <p:nvPr/>
          </p:nvCxnSpPr>
          <p:spPr>
            <a:xfrm rot="16200000" flipH="1">
              <a:off x="-304800" y="3352800"/>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22" name="Straight Connector 221"/>
            <p:cNvCxnSpPr/>
            <p:nvPr/>
          </p:nvCxnSpPr>
          <p:spPr>
            <a:xfrm rot="5400000">
              <a:off x="-1028700" y="3314700"/>
              <a:ext cx="6858000" cy="2286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p:cNvCxnSpPr/>
            <p:nvPr/>
          </p:nvCxnSpPr>
          <p:spPr>
            <a:xfrm rot="5400000">
              <a:off x="782955" y="2722245"/>
              <a:ext cx="6858000" cy="1413510"/>
            </a:xfrm>
            <a:prstGeom prst="line">
              <a:avLst/>
            </a:prstGeom>
            <a:ln>
              <a:solidFill>
                <a:schemeClr val="accent1">
                  <a:alpha val="39000"/>
                </a:schemeClr>
              </a:solidFill>
            </a:ln>
          </p:spPr>
          <p:style>
            <a:lnRef idx="1">
              <a:schemeClr val="accent1"/>
            </a:lnRef>
            <a:fillRef idx="0">
              <a:schemeClr val="accent1"/>
            </a:fillRef>
            <a:effectRef idx="0">
              <a:schemeClr val="accent1"/>
            </a:effectRef>
            <a:fontRef idx="minor">
              <a:schemeClr val="tx1"/>
            </a:fontRef>
          </p:style>
        </p:cxnSp>
        <p:cxnSp>
          <p:nvCxnSpPr>
            <p:cNvPr id="224" name="Straight Connector 223"/>
            <p:cNvCxnSpPr/>
            <p:nvPr/>
          </p:nvCxnSpPr>
          <p:spPr>
            <a:xfrm rot="5400000">
              <a:off x="1372552" y="3277552"/>
              <a:ext cx="6858000" cy="302895"/>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25" name="Straight Connector 224"/>
            <p:cNvCxnSpPr/>
            <p:nvPr/>
          </p:nvCxnSpPr>
          <p:spPr>
            <a:xfrm rot="5400000">
              <a:off x="1600200" y="3352800"/>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6" name="Straight Connector 225"/>
            <p:cNvCxnSpPr/>
            <p:nvPr/>
          </p:nvCxnSpPr>
          <p:spPr>
            <a:xfrm rot="5400000">
              <a:off x="659130" y="3227070"/>
              <a:ext cx="6858000" cy="40386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27" name="Straight Connector 226"/>
            <p:cNvCxnSpPr/>
            <p:nvPr/>
          </p:nvCxnSpPr>
          <p:spPr>
            <a:xfrm rot="16200000" flipH="1">
              <a:off x="-128587" y="3252788"/>
              <a:ext cx="6858000" cy="352425"/>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228" name="Straight Connector 227"/>
            <p:cNvCxnSpPr/>
            <p:nvPr/>
          </p:nvCxnSpPr>
          <p:spPr>
            <a:xfrm rot="16200000" flipH="1">
              <a:off x="560070" y="3326130"/>
              <a:ext cx="6858000"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9" name="Straight Connector 228"/>
            <p:cNvCxnSpPr/>
            <p:nvPr/>
          </p:nvCxnSpPr>
          <p:spPr>
            <a:xfrm rot="16200000" flipH="1">
              <a:off x="152400" y="3352800"/>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0" name="Straight Connector 229"/>
            <p:cNvCxnSpPr/>
            <p:nvPr/>
          </p:nvCxnSpPr>
          <p:spPr>
            <a:xfrm rot="16200000" flipH="1">
              <a:off x="381000" y="3352800"/>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37" name="Straight Connector 236"/>
            <p:cNvCxnSpPr/>
            <p:nvPr/>
          </p:nvCxnSpPr>
          <p:spPr>
            <a:xfrm rot="16200000" flipH="1">
              <a:off x="2743200" y="3352801"/>
              <a:ext cx="6858000" cy="152400"/>
            </a:xfrm>
            <a:prstGeom prst="line">
              <a:avLst/>
            </a:prstGeom>
            <a:ln w="5080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p:cNvCxnSpPr/>
            <p:nvPr/>
          </p:nvCxnSpPr>
          <p:spPr>
            <a:xfrm rot="16200000" flipH="1">
              <a:off x="2095501" y="3238501"/>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9" name="Straight Connector 238"/>
            <p:cNvCxnSpPr/>
            <p:nvPr/>
          </p:nvCxnSpPr>
          <p:spPr>
            <a:xfrm rot="5400000">
              <a:off x="2705100" y="3238501"/>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0" name="Straight Connector 239"/>
            <p:cNvCxnSpPr/>
            <p:nvPr/>
          </p:nvCxnSpPr>
          <p:spPr>
            <a:xfrm rot="5400000">
              <a:off x="1828801" y="3276600"/>
              <a:ext cx="6857999" cy="3048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241" name="Straight Connector 240"/>
            <p:cNvCxnSpPr/>
            <p:nvPr/>
          </p:nvCxnSpPr>
          <p:spPr>
            <a:xfrm rot="16200000" flipH="1">
              <a:off x="1066800" y="3200402"/>
              <a:ext cx="6858000"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p:cNvCxnSpPr/>
            <p:nvPr/>
          </p:nvCxnSpPr>
          <p:spPr>
            <a:xfrm rot="16200000" flipH="1">
              <a:off x="2362201" y="3352800"/>
              <a:ext cx="6858000" cy="152401"/>
            </a:xfrm>
            <a:prstGeom prst="line">
              <a:avLst/>
            </a:prstGeom>
          </p:spPr>
          <p:style>
            <a:lnRef idx="1">
              <a:schemeClr val="accent1"/>
            </a:lnRef>
            <a:fillRef idx="0">
              <a:schemeClr val="accent1"/>
            </a:fillRef>
            <a:effectRef idx="0">
              <a:schemeClr val="accent1"/>
            </a:effectRef>
            <a:fontRef idx="minor">
              <a:schemeClr val="tx1"/>
            </a:fontRef>
          </p:style>
        </p:cxnSp>
        <p:cxnSp>
          <p:nvCxnSpPr>
            <p:cNvPr id="243" name="Straight Connector 242"/>
            <p:cNvCxnSpPr/>
            <p:nvPr/>
          </p:nvCxnSpPr>
          <p:spPr>
            <a:xfrm rot="5400000">
              <a:off x="2646045" y="2722246"/>
              <a:ext cx="6858000" cy="1413510"/>
            </a:xfrm>
            <a:prstGeom prst="line">
              <a:avLst/>
            </a:prstGeom>
            <a:ln>
              <a:solidFill>
                <a:schemeClr val="accent1">
                  <a:alpha val="56000"/>
                </a:schemeClr>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p:cNvCxnSpPr/>
            <p:nvPr/>
          </p:nvCxnSpPr>
          <p:spPr>
            <a:xfrm rot="5400000">
              <a:off x="3048952" y="3277553"/>
              <a:ext cx="6858000" cy="302895"/>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45" name="Straight Connector 244"/>
            <p:cNvCxnSpPr/>
            <p:nvPr/>
          </p:nvCxnSpPr>
          <p:spPr>
            <a:xfrm rot="5400000">
              <a:off x="2895600" y="3276601"/>
              <a:ext cx="685800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6" name="Straight Connector 245"/>
            <p:cNvCxnSpPr/>
            <p:nvPr/>
          </p:nvCxnSpPr>
          <p:spPr>
            <a:xfrm rot="5400000">
              <a:off x="2388870" y="3227071"/>
              <a:ext cx="6858000" cy="40386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47" name="Straight Connector 246"/>
            <p:cNvCxnSpPr/>
            <p:nvPr/>
          </p:nvCxnSpPr>
          <p:spPr>
            <a:xfrm rot="16200000" flipH="1">
              <a:off x="2236470" y="3326131"/>
              <a:ext cx="6858000"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8" name="Straight Connector 247"/>
            <p:cNvCxnSpPr/>
            <p:nvPr/>
          </p:nvCxnSpPr>
          <p:spPr>
            <a:xfrm rot="16200000" flipH="1">
              <a:off x="1752600" y="3352801"/>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9" name="Straight Connector 248"/>
            <p:cNvCxnSpPr/>
            <p:nvPr/>
          </p:nvCxnSpPr>
          <p:spPr>
            <a:xfrm rot="16200000" flipH="1">
              <a:off x="1981200" y="3352800"/>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50" name="Straight Connector 249"/>
            <p:cNvCxnSpPr/>
            <p:nvPr/>
          </p:nvCxnSpPr>
          <p:spPr>
            <a:xfrm rot="5400000">
              <a:off x="3467100" y="3314701"/>
              <a:ext cx="6858000" cy="228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251" name="Straight Connector 250"/>
            <p:cNvCxnSpPr/>
            <p:nvPr/>
          </p:nvCxnSpPr>
          <p:spPr>
            <a:xfrm rot="16200000" flipH="1">
              <a:off x="3467099" y="3314701"/>
              <a:ext cx="6858000"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2" name="Straight Connector 251"/>
            <p:cNvCxnSpPr/>
            <p:nvPr/>
          </p:nvCxnSpPr>
          <p:spPr>
            <a:xfrm rot="5400000">
              <a:off x="4038600" y="3429001"/>
              <a:ext cx="6858000" cy="1588"/>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253" name="Straight Connector 252"/>
            <p:cNvCxnSpPr/>
            <p:nvPr/>
          </p:nvCxnSpPr>
          <p:spPr>
            <a:xfrm rot="16200000" flipH="1">
              <a:off x="3886200" y="3200401"/>
              <a:ext cx="6858000" cy="457200"/>
            </a:xfrm>
            <a:prstGeom prst="line">
              <a:avLst/>
            </a:prstGeom>
            <a:ln>
              <a:solidFill>
                <a:schemeClr val="accent1">
                  <a:alpha val="90000"/>
                </a:schemeClr>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rot="5400000">
              <a:off x="4000501" y="3238501"/>
              <a:ext cx="6858000" cy="3810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rot="16200000" flipH="1">
              <a:off x="4572000" y="3200401"/>
              <a:ext cx="6858000"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p:nvCxnSpPr>
          <p:spPr>
            <a:xfrm rot="16200000" flipH="1">
              <a:off x="3733800" y="3352800"/>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58" name="Straight Connector 257"/>
            <p:cNvCxnSpPr/>
            <p:nvPr/>
          </p:nvCxnSpPr>
          <p:spPr>
            <a:xfrm rot="5400000">
              <a:off x="3619500" y="3314700"/>
              <a:ext cx="6858000" cy="2286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p:cNvCxnSpPr/>
            <p:nvPr/>
          </p:nvCxnSpPr>
          <p:spPr>
            <a:xfrm rot="16200000" flipH="1">
              <a:off x="4214813" y="3252788"/>
              <a:ext cx="6858000" cy="352425"/>
            </a:xfrm>
            <a:prstGeom prst="line">
              <a:avLst/>
            </a:prstGeom>
            <a:ln w="15875">
              <a:solidFill>
                <a:schemeClr val="accent1">
                  <a:alpha val="72000"/>
                </a:schemeClr>
              </a:solidFill>
            </a:ln>
          </p:spPr>
          <p:style>
            <a:lnRef idx="1">
              <a:schemeClr val="accent1"/>
            </a:lnRef>
            <a:fillRef idx="0">
              <a:schemeClr val="accent1"/>
            </a:fillRef>
            <a:effectRef idx="0">
              <a:schemeClr val="accent1"/>
            </a:effectRef>
            <a:fontRef idx="minor">
              <a:schemeClr val="tx1"/>
            </a:fontRef>
          </p:style>
        </p:cxnSp>
        <p:cxnSp>
          <p:nvCxnSpPr>
            <p:cNvPr id="260" name="Straight Connector 259"/>
            <p:cNvCxnSpPr/>
            <p:nvPr/>
          </p:nvCxnSpPr>
          <p:spPr>
            <a:xfrm rot="16200000" flipH="1">
              <a:off x="4751070" y="3326131"/>
              <a:ext cx="6858000"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1" name="Straight Connector 260"/>
            <p:cNvCxnSpPr/>
            <p:nvPr/>
          </p:nvCxnSpPr>
          <p:spPr>
            <a:xfrm rot="16200000" flipH="1">
              <a:off x="4343400" y="3352801"/>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2" name="Straight Connector 261"/>
            <p:cNvCxnSpPr/>
            <p:nvPr/>
          </p:nvCxnSpPr>
          <p:spPr>
            <a:xfrm rot="16200000" flipH="1">
              <a:off x="4572000" y="3352801"/>
              <a:ext cx="6858000"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64" name="Straight Connector 263"/>
            <p:cNvCxnSpPr/>
            <p:nvPr/>
          </p:nvCxnSpPr>
          <p:spPr>
            <a:xfrm rot="16200000" flipH="1">
              <a:off x="5257800" y="3352802"/>
              <a:ext cx="6858000"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5" name="Straight Connector 264"/>
            <p:cNvCxnSpPr/>
            <p:nvPr/>
          </p:nvCxnSpPr>
          <p:spPr>
            <a:xfrm rot="16200000" flipH="1">
              <a:off x="5067300" y="3238502"/>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6" name="Straight Connector 265"/>
            <p:cNvCxnSpPr/>
            <p:nvPr/>
          </p:nvCxnSpPr>
          <p:spPr>
            <a:xfrm rot="5400000">
              <a:off x="5219700" y="3238502"/>
              <a:ext cx="6858000" cy="381000"/>
            </a:xfrm>
            <a:prstGeom prst="line">
              <a:avLst/>
            </a:prstGeom>
            <a:ln w="5080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p:cNvCxnSpPr/>
            <p:nvPr/>
          </p:nvCxnSpPr>
          <p:spPr>
            <a:xfrm rot="16200000" flipH="1">
              <a:off x="4876801" y="3352801"/>
              <a:ext cx="6858000" cy="152401"/>
            </a:xfrm>
            <a:prstGeom prst="line">
              <a:avLst/>
            </a:prstGeom>
          </p:spPr>
          <p:style>
            <a:lnRef idx="1">
              <a:schemeClr val="accent1"/>
            </a:lnRef>
            <a:fillRef idx="0">
              <a:schemeClr val="accent1"/>
            </a:fillRef>
            <a:effectRef idx="0">
              <a:schemeClr val="accent1"/>
            </a:effectRef>
            <a:fontRef idx="minor">
              <a:schemeClr val="tx1"/>
            </a:fontRef>
          </p:style>
        </p:cxnSp>
        <p:cxnSp>
          <p:nvCxnSpPr>
            <p:cNvPr id="268" name="Straight Connector 267"/>
            <p:cNvCxnSpPr/>
            <p:nvPr/>
          </p:nvCxnSpPr>
          <p:spPr>
            <a:xfrm rot="5400000">
              <a:off x="5527994" y="3318196"/>
              <a:ext cx="6888479" cy="191133"/>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p:nvCxnSpPr>
          <p:spPr>
            <a:xfrm rot="5400000">
              <a:off x="4850130" y="3227072"/>
              <a:ext cx="6858000" cy="40386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p:nvCxnSpPr>
          <p:spPr>
            <a:xfrm rot="16200000" flipH="1">
              <a:off x="4751070" y="3326132"/>
              <a:ext cx="6858000"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8" name="Straight Connector 277"/>
            <p:cNvCxnSpPr/>
            <p:nvPr/>
          </p:nvCxnSpPr>
          <p:spPr>
            <a:xfrm rot="5400000">
              <a:off x="5562599" y="3429001"/>
              <a:ext cx="6858002" cy="1588"/>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3" name="Straight Connector 282"/>
            <p:cNvCxnSpPr/>
            <p:nvPr/>
          </p:nvCxnSpPr>
          <p:spPr>
            <a:xfrm rot="5400000">
              <a:off x="2552700" y="3390900"/>
              <a:ext cx="6858000" cy="76200"/>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289" name="Straight Connector 288"/>
            <p:cNvCxnSpPr/>
            <p:nvPr/>
          </p:nvCxnSpPr>
          <p:spPr>
            <a:xfrm rot="16200000" flipH="1">
              <a:off x="3048000" y="3352800"/>
              <a:ext cx="6858000" cy="1524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292" name="Straight Connector 291"/>
            <p:cNvCxnSpPr/>
            <p:nvPr/>
          </p:nvCxnSpPr>
          <p:spPr>
            <a:xfrm rot="16200000" flipH="1">
              <a:off x="3238500" y="3238500"/>
              <a:ext cx="6858000" cy="381000"/>
            </a:xfrm>
            <a:prstGeom prst="line">
              <a:avLst/>
            </a:prstGeom>
            <a:ln w="19050">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294" name="Straight Connector 293"/>
            <p:cNvCxnSpPr/>
            <p:nvPr/>
          </p:nvCxnSpPr>
          <p:spPr>
            <a:xfrm rot="5400000">
              <a:off x="2133600" y="3276600"/>
              <a:ext cx="6858000" cy="3048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298" name="Straight Connector 297"/>
            <p:cNvCxnSpPr/>
            <p:nvPr/>
          </p:nvCxnSpPr>
          <p:spPr>
            <a:xfrm rot="16200000" flipH="1">
              <a:off x="3148013" y="3252789"/>
              <a:ext cx="6858000" cy="352425"/>
            </a:xfrm>
            <a:prstGeom prst="line">
              <a:avLst/>
            </a:prstGeom>
            <a:ln w="15875">
              <a:solidFill>
                <a:schemeClr val="accent1">
                  <a:alpha val="72000"/>
                </a:schemeClr>
              </a:solidFill>
            </a:ln>
          </p:spPr>
          <p:style>
            <a:lnRef idx="1">
              <a:schemeClr val="accent1"/>
            </a:lnRef>
            <a:fillRef idx="0">
              <a:schemeClr val="accent1"/>
            </a:fillRef>
            <a:effectRef idx="0">
              <a:schemeClr val="accent1"/>
            </a:effectRef>
            <a:fontRef idx="minor">
              <a:schemeClr val="tx1"/>
            </a:fontRef>
          </p:style>
        </p:cxnSp>
        <p:cxnSp>
          <p:nvCxnSpPr>
            <p:cNvPr id="299" name="Straight Connector 298"/>
            <p:cNvCxnSpPr/>
            <p:nvPr/>
          </p:nvCxnSpPr>
          <p:spPr>
            <a:xfrm rot="5400000">
              <a:off x="3771900" y="3238500"/>
              <a:ext cx="6858000"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2" name="Straight Connector 301"/>
            <p:cNvCxnSpPr/>
            <p:nvPr/>
          </p:nvCxnSpPr>
          <p:spPr>
            <a:xfrm rot="5400000">
              <a:off x="4229100" y="2933700"/>
              <a:ext cx="6858000" cy="990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307" name="Straight Connector 306"/>
            <p:cNvCxnSpPr/>
            <p:nvPr/>
          </p:nvCxnSpPr>
          <p:spPr>
            <a:xfrm rot="16200000" flipH="1">
              <a:off x="1371600" y="3200403"/>
              <a:ext cx="6858000"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grpSp>
      <p:sp>
        <p:nvSpPr>
          <p:cNvPr id="4" name="Date Placeholder 3"/>
          <p:cNvSpPr>
            <a:spLocks noGrp="1"/>
          </p:cNvSpPr>
          <p:nvPr>
            <p:ph type="dt" sz="half" idx="10"/>
          </p:nvPr>
        </p:nvSpPr>
        <p:spPr/>
        <p:txBody>
          <a:bodyPr/>
          <a:lstStyle/>
          <a:p>
            <a:fld id="{1A5BB53B-57B1-484F-80F9-E9408C31C1CE}" type="datetimeFigureOut">
              <a:rPr lang="es-CO" smtClean="0"/>
              <a:t>15/12/2021</a:t>
            </a:fld>
            <a:endParaRPr lang="es-CO" dirty="0"/>
          </a:p>
        </p:txBody>
      </p:sp>
      <p:sp>
        <p:nvSpPr>
          <p:cNvPr id="5" name="Footer Placeholder 4"/>
          <p:cNvSpPr>
            <a:spLocks noGrp="1"/>
          </p:cNvSpPr>
          <p:nvPr>
            <p:ph type="ftr" sz="quarter" idx="11"/>
          </p:nvPr>
        </p:nvSpPr>
        <p:spPr/>
        <p:txBody>
          <a:bodyPr/>
          <a:lstStyle/>
          <a:p>
            <a:endParaRPr lang="es-CO" dirty="0"/>
          </a:p>
        </p:txBody>
      </p:sp>
      <p:sp>
        <p:nvSpPr>
          <p:cNvPr id="6" name="Slide Number Placeholder 5"/>
          <p:cNvSpPr>
            <a:spLocks noGrp="1"/>
          </p:cNvSpPr>
          <p:nvPr>
            <p:ph type="sldNum" sz="quarter" idx="12"/>
          </p:nvPr>
        </p:nvSpPr>
        <p:spPr/>
        <p:txBody>
          <a:bodyPr/>
          <a:lstStyle/>
          <a:p>
            <a:fld id="{2DD204C6-0CE5-4E90-8A94-22A0234B8CA7}" type="slidenum">
              <a:rPr lang="es-CO" smtClean="0"/>
              <a:t>‹Nº›</a:t>
            </a:fld>
            <a:endParaRPr lang="es-CO" dirty="0"/>
          </a:p>
        </p:txBody>
      </p:sp>
      <p:sp>
        <p:nvSpPr>
          <p:cNvPr id="113" name="Rectangle 112"/>
          <p:cNvSpPr/>
          <p:nvPr/>
        </p:nvSpPr>
        <p:spPr>
          <a:xfrm>
            <a:off x="0" y="1905000"/>
            <a:ext cx="4953000" cy="3124200"/>
          </a:xfrm>
          <a:prstGeom prst="rect">
            <a:avLst/>
          </a:prstGeom>
          <a:solidFill>
            <a:schemeClr val="accent1"/>
          </a:solidFill>
          <a:ln>
            <a:noFill/>
          </a:ln>
          <a:effectLst>
            <a:outerShdw blurRad="50800" dist="38100" dir="2700000" algn="ctr"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kern="1200" dirty="0">
              <a:solidFill>
                <a:prstClr val="white"/>
              </a:solidFill>
              <a:latin typeface="Tw Cen MT"/>
              <a:ea typeface="+mn-ea"/>
              <a:cs typeface="+mn-cs"/>
            </a:endParaRPr>
          </a:p>
        </p:txBody>
      </p:sp>
      <p:grpSp>
        <p:nvGrpSpPr>
          <p:cNvPr id="94" name="Group 93"/>
          <p:cNvGrpSpPr/>
          <p:nvPr/>
        </p:nvGrpSpPr>
        <p:grpSpPr>
          <a:xfrm>
            <a:off x="0" y="2057400"/>
            <a:ext cx="4801394" cy="2820988"/>
            <a:chOff x="0" y="2057400"/>
            <a:chExt cx="4801394" cy="2820988"/>
          </a:xfrm>
        </p:grpSpPr>
        <p:cxnSp>
          <p:nvCxnSpPr>
            <p:cNvPr id="117" name="Straight Connector 116"/>
            <p:cNvCxnSpPr/>
            <p:nvPr/>
          </p:nvCxnSpPr>
          <p:spPr>
            <a:xfrm>
              <a:off x="0" y="2057400"/>
              <a:ext cx="480060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a:xfrm>
              <a:off x="0" y="4876800"/>
              <a:ext cx="480060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p:cNvCxnSpPr/>
            <p:nvPr/>
          </p:nvCxnSpPr>
          <p:spPr>
            <a:xfrm rot="5400000">
              <a:off x="3391694" y="3467100"/>
              <a:ext cx="2818606" cy="79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228600" y="2130425"/>
            <a:ext cx="4419600" cy="1600327"/>
          </a:xfrm>
        </p:spPr>
        <p:txBody>
          <a:bodyPr anchor="b">
            <a:normAutofit/>
          </a:bodyPr>
          <a:lstStyle>
            <a:lvl1pPr algn="l">
              <a:defRPr sz="3600" b="1" cap="none" spc="40" baseline="0">
                <a:ln w="13335" cmpd="sng">
                  <a:solidFill>
                    <a:schemeClr val="accent1">
                      <a:lumMod val="50000"/>
                    </a:schemeClr>
                  </a:solidFill>
                  <a:prstDash val="solid"/>
                </a:ln>
                <a:solidFill>
                  <a:schemeClr val="accent6">
                    <a:tint val="1000"/>
                  </a:schemeClr>
                </a:solidFill>
                <a:effectLst/>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228600" y="3733800"/>
            <a:ext cx="4419600" cy="1066800"/>
          </a:xfrm>
        </p:spPr>
        <p:txBody>
          <a:bodyPr>
            <a:normAutofit/>
          </a:bodyPr>
          <a:lstStyle>
            <a:lvl1pPr marL="0" indent="0" algn="l">
              <a:buNone/>
              <a:defRPr sz="22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1A5BB53B-57B1-484F-80F9-E9408C31C1CE}" type="datetimeFigureOut">
              <a:rPr lang="es-CO" smtClean="0"/>
              <a:t>15/12/2021</a:t>
            </a:fld>
            <a:endParaRPr lang="es-CO" dirty="0"/>
          </a:p>
        </p:txBody>
      </p:sp>
      <p:sp>
        <p:nvSpPr>
          <p:cNvPr id="5" name="Footer Placeholder 4"/>
          <p:cNvSpPr>
            <a:spLocks noGrp="1"/>
          </p:cNvSpPr>
          <p:nvPr>
            <p:ph type="ftr" sz="quarter" idx="11"/>
          </p:nvPr>
        </p:nvSpPr>
        <p:spPr/>
        <p:txBody>
          <a:bodyPr/>
          <a:lstStyle/>
          <a:p>
            <a:endParaRPr lang="es-CO" dirty="0"/>
          </a:p>
        </p:txBody>
      </p:sp>
      <p:sp>
        <p:nvSpPr>
          <p:cNvPr id="6" name="Slide Number Placeholder 5"/>
          <p:cNvSpPr>
            <a:spLocks noGrp="1"/>
          </p:cNvSpPr>
          <p:nvPr>
            <p:ph type="sldNum" sz="quarter" idx="12"/>
          </p:nvPr>
        </p:nvSpPr>
        <p:spPr/>
        <p:txBody>
          <a:bodyPr/>
          <a:lstStyle/>
          <a:p>
            <a:fld id="{2DD204C6-0CE5-4E90-8A94-22A0234B8CA7}" type="slidenum">
              <a:rPr lang="es-CO" smtClean="0"/>
              <a:t>‹Nº›</a:t>
            </a:fld>
            <a:endParaRPr lang="es-CO"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Ref idx="1003">
        <a:schemeClr val="bg1"/>
      </p:bgRef>
    </p:bg>
    <p:spTree>
      <p:nvGrpSpPr>
        <p:cNvPr id="1" name=""/>
        <p:cNvGrpSpPr/>
        <p:nvPr/>
      </p:nvGrpSpPr>
      <p:grpSpPr>
        <a:xfrm>
          <a:off x="0" y="0"/>
          <a:ext cx="0" cy="0"/>
          <a:chOff x="0" y="0"/>
          <a:chExt cx="0" cy="0"/>
        </a:xfrm>
      </p:grpSpPr>
      <p:grpSp>
        <p:nvGrpSpPr>
          <p:cNvPr id="7" name="Group 92"/>
          <p:cNvGrpSpPr/>
          <p:nvPr/>
        </p:nvGrpSpPr>
        <p:grpSpPr>
          <a:xfrm>
            <a:off x="1" y="-30478"/>
            <a:ext cx="9067799" cy="4846320"/>
            <a:chOff x="1" y="-30477"/>
            <a:chExt cx="9067799" cy="4526277"/>
          </a:xfrm>
        </p:grpSpPr>
        <p:cxnSp>
          <p:nvCxnSpPr>
            <p:cNvPr id="8" name="Straight Connector 7"/>
            <p:cNvCxnSpPr/>
            <p:nvPr/>
          </p:nvCxnSpPr>
          <p:spPr>
            <a:xfrm rot="16200000" flipH="1">
              <a:off x="-271665" y="2166212"/>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6200000" flipH="1">
              <a:off x="-462165" y="2051912"/>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5400000">
              <a:off x="-309765" y="2051912"/>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5400000">
              <a:off x="-2062365" y="2128112"/>
              <a:ext cx="4505731" cy="228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16200000" flipH="1">
              <a:off x="-2138565" y="2128112"/>
              <a:ext cx="4505731"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rot="16200000" flipH="1">
              <a:off x="-195465" y="1785212"/>
              <a:ext cx="4505731" cy="9144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6200000" flipH="1">
              <a:off x="-1643265" y="2013812"/>
              <a:ext cx="4505731" cy="457200"/>
            </a:xfrm>
            <a:prstGeom prst="line">
              <a:avLst/>
            </a:prstGeom>
            <a:ln>
              <a:solidFill>
                <a:schemeClr val="accent1">
                  <a:alpha val="9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5400000">
              <a:off x="-1528964" y="2051912"/>
              <a:ext cx="4505731" cy="3810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6200000" flipH="1">
              <a:off x="-957465" y="2013812"/>
              <a:ext cx="4505731"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6200000" flipH="1">
              <a:off x="-1948065" y="2090012"/>
              <a:ext cx="4505731"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6200000" flipH="1">
              <a:off x="-652664" y="2166211"/>
              <a:ext cx="4505731" cy="152401"/>
            </a:xfrm>
            <a:prstGeom prst="line">
              <a:avLst/>
            </a:prstGeom>
            <a:ln w="5715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16200000" flipH="1">
              <a:off x="-164326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16200000" flipH="1">
              <a:off x="-1790700" y="2019300"/>
              <a:ext cx="4495800" cy="4572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rot="5400000">
              <a:off x="-555510" y="1535657"/>
              <a:ext cx="4505731" cy="1413510"/>
            </a:xfrm>
            <a:prstGeom prst="line">
              <a:avLst/>
            </a:prstGeom>
            <a:ln>
              <a:solidFill>
                <a:schemeClr val="accent1">
                  <a:alpha val="39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5400000">
              <a:off x="34087" y="2090964"/>
              <a:ext cx="4505731" cy="302895"/>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rot="5400000">
              <a:off x="261735" y="2090012"/>
              <a:ext cx="4505731"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rot="5400000">
              <a:off x="-679335" y="2040482"/>
              <a:ext cx="4505731" cy="40386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16200000" flipH="1">
              <a:off x="-1467052" y="2066200"/>
              <a:ext cx="4505731" cy="352425"/>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16200000" flipH="1">
              <a:off x="-778395" y="2139542"/>
              <a:ext cx="4505731"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16200000" flipH="1">
              <a:off x="-1186065" y="2166212"/>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rot="16200000" flipH="1">
              <a:off x="-95746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rot="16200000" flipH="1">
              <a:off x="2242935" y="2166212"/>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rot="16200000" flipH="1">
              <a:off x="2052435" y="2051912"/>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5400000">
              <a:off x="2204835" y="2051912"/>
              <a:ext cx="4505731" cy="3810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rot="5400000">
              <a:off x="452235" y="2128112"/>
              <a:ext cx="4505731" cy="228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rot="16200000" flipH="1">
              <a:off x="376035" y="2128112"/>
              <a:ext cx="4505731"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5400000">
              <a:off x="1023735" y="2242139"/>
              <a:ext cx="4505731" cy="1588"/>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rot="16200000" flipH="1">
              <a:off x="871335" y="2013812"/>
              <a:ext cx="4505731" cy="4572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rot="5400000">
              <a:off x="985636" y="2051912"/>
              <a:ext cx="4505731" cy="3810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rot="16200000" flipH="1">
              <a:off x="1557135" y="2013812"/>
              <a:ext cx="4505731"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rot="16200000" flipH="1">
              <a:off x="566535" y="2090012"/>
              <a:ext cx="4505731"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rot="16200000" flipH="1">
              <a:off x="1861936" y="2166211"/>
              <a:ext cx="4505731" cy="152401"/>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rot="16200000" flipH="1">
              <a:off x="87133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rot="5400000">
              <a:off x="147435" y="2128112"/>
              <a:ext cx="4505731" cy="2286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rot="5400000">
              <a:off x="1959090" y="1535657"/>
              <a:ext cx="4505731" cy="1413510"/>
            </a:xfrm>
            <a:prstGeom prst="line">
              <a:avLst/>
            </a:prstGeom>
            <a:ln>
              <a:solidFill>
                <a:schemeClr val="accent1">
                  <a:alpha val="39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rot="5400000">
              <a:off x="2548687" y="2090964"/>
              <a:ext cx="4505731" cy="302895"/>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rot="5400000">
              <a:off x="2776335" y="2166212"/>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rot="5400000">
              <a:off x="1835265" y="2040482"/>
              <a:ext cx="4505731" cy="40386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rot="16200000" flipH="1">
              <a:off x="1047548" y="2066200"/>
              <a:ext cx="4505731" cy="352425"/>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rot="16200000" flipH="1">
              <a:off x="1736205" y="2139542"/>
              <a:ext cx="4505731"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rot="16200000" flipH="1">
              <a:off x="1328535" y="2166212"/>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rot="16200000" flipH="1">
              <a:off x="155713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rot="16200000" flipH="1">
              <a:off x="3919335" y="2166212"/>
              <a:ext cx="4505731" cy="152400"/>
            </a:xfrm>
            <a:prstGeom prst="line">
              <a:avLst/>
            </a:prstGeom>
            <a:ln w="5715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rot="16200000" flipH="1">
              <a:off x="3271636" y="2051912"/>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rot="5400000">
              <a:off x="3881235" y="2051912"/>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rot="5400000">
              <a:off x="3004936" y="2090012"/>
              <a:ext cx="4505730" cy="3048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rot="16200000" flipH="1">
              <a:off x="2242935" y="2013813"/>
              <a:ext cx="4505731"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rot="16200000" flipH="1">
              <a:off x="3538336" y="2166212"/>
              <a:ext cx="4505731" cy="152401"/>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rot="5400000">
              <a:off x="3822180" y="1535657"/>
              <a:ext cx="4505731" cy="1413510"/>
            </a:xfrm>
            <a:prstGeom prst="line">
              <a:avLst/>
            </a:prstGeom>
            <a:ln>
              <a:solidFill>
                <a:schemeClr val="accent1">
                  <a:alpha val="56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rot="5400000">
              <a:off x="4225087" y="2090965"/>
              <a:ext cx="4505731" cy="302895"/>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rot="5400000">
              <a:off x="4071735" y="2090012"/>
              <a:ext cx="4505731"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rot="5400000">
              <a:off x="3565005" y="2040482"/>
              <a:ext cx="4505731" cy="40386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rot="16200000" flipH="1">
              <a:off x="3412605" y="2139542"/>
              <a:ext cx="4505731"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rot="16200000" flipH="1">
              <a:off x="2928735" y="2166212"/>
              <a:ext cx="4505731" cy="152400"/>
            </a:xfrm>
            <a:prstGeom prst="line">
              <a:avLst/>
            </a:prstGeom>
            <a:ln w="57150">
              <a:solidFill>
                <a:schemeClr val="accent1">
                  <a:alpha val="30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rot="16200000" flipH="1">
              <a:off x="308113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rot="5400000">
              <a:off x="4643235" y="2128112"/>
              <a:ext cx="4505731" cy="228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rot="16200000" flipH="1">
              <a:off x="4643234" y="2128112"/>
              <a:ext cx="4505731" cy="228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rot="5400000">
              <a:off x="5214735" y="2242140"/>
              <a:ext cx="4505731" cy="1588"/>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rot="16200000" flipH="1">
              <a:off x="5062335" y="2013812"/>
              <a:ext cx="4505731" cy="457200"/>
            </a:xfrm>
            <a:prstGeom prst="line">
              <a:avLst/>
            </a:prstGeom>
            <a:ln>
              <a:solidFill>
                <a:schemeClr val="accent1">
                  <a:alpha val="90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rot="5400000">
              <a:off x="5176636" y="2051912"/>
              <a:ext cx="4505731" cy="3810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rot="16200000" flipH="1">
              <a:off x="5748135" y="2013813"/>
              <a:ext cx="4505731"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rot="16200000" flipH="1">
              <a:off x="490993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rot="5400000">
              <a:off x="4795635" y="2128112"/>
              <a:ext cx="4505731" cy="228600"/>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rot="16200000" flipH="1">
              <a:off x="5390948" y="2066200"/>
              <a:ext cx="4505731" cy="352425"/>
            </a:xfrm>
            <a:prstGeom prst="line">
              <a:avLst/>
            </a:prstGeom>
            <a:ln w="15875">
              <a:solidFill>
                <a:schemeClr val="accent1">
                  <a:alpha val="72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rot="16200000" flipH="1">
              <a:off x="5927205" y="2139542"/>
              <a:ext cx="4505731"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rot="16200000" flipH="1">
              <a:off x="5519535" y="2166212"/>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rot="16200000" flipH="1">
              <a:off x="5748135" y="2166212"/>
              <a:ext cx="4505731" cy="152400"/>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rot="16200000" flipH="1">
              <a:off x="6433935" y="2166213"/>
              <a:ext cx="4505731" cy="152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rot="16200000" flipH="1">
              <a:off x="6243435" y="2051913"/>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rot="5400000">
              <a:off x="6395835" y="2051913"/>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rot="16200000" flipH="1">
              <a:off x="6052936" y="2166212"/>
              <a:ext cx="4505731" cy="152401"/>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rot="5400000">
              <a:off x="6709356" y="2136834"/>
              <a:ext cx="4525755" cy="191133"/>
            </a:xfrm>
            <a:prstGeom prst="line">
              <a:avLst/>
            </a:prstGeom>
            <a:effectLst/>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rot="5400000">
              <a:off x="6026265" y="2040483"/>
              <a:ext cx="4505731" cy="40386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rot="16200000" flipH="1">
              <a:off x="5927205" y="2139543"/>
              <a:ext cx="4505731" cy="205740"/>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rot="5400000">
              <a:off x="6738734" y="2242140"/>
              <a:ext cx="4505732" cy="1588"/>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rot="5400000">
              <a:off x="3728835" y="2204312"/>
              <a:ext cx="4505731" cy="76200"/>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rot="16200000" flipH="1">
              <a:off x="4224135" y="2166212"/>
              <a:ext cx="4505731" cy="1524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rot="16200000" flipH="1">
              <a:off x="4414635" y="2051912"/>
              <a:ext cx="4505731" cy="381000"/>
            </a:xfrm>
            <a:prstGeom prst="line">
              <a:avLst/>
            </a:prstGeom>
            <a:ln w="19050">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rot="5400000">
              <a:off x="3309735" y="2090012"/>
              <a:ext cx="4505731" cy="304800"/>
            </a:xfrm>
            <a:prstGeom prst="line">
              <a:avLst/>
            </a:prstGeom>
            <a:ln w="47625">
              <a:solidFill>
                <a:schemeClr val="accent1">
                  <a:alpha val="63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rot="16200000" flipH="1">
              <a:off x="4324148" y="2066200"/>
              <a:ext cx="4505731" cy="352425"/>
            </a:xfrm>
            <a:prstGeom prst="line">
              <a:avLst/>
            </a:prstGeom>
            <a:ln w="15875">
              <a:solidFill>
                <a:schemeClr val="accent1">
                  <a:alpha val="72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rot="5400000">
              <a:off x="4948035" y="2051912"/>
              <a:ext cx="4505731" cy="38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rot="5400000">
              <a:off x="5405235" y="1747112"/>
              <a:ext cx="4505731" cy="990600"/>
            </a:xfrm>
            <a:prstGeom prst="line">
              <a:avLst/>
            </a:prstGeom>
            <a:ln w="28575">
              <a:solidFill>
                <a:schemeClr val="accent1">
                  <a:alpha val="58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rot="16200000" flipH="1">
              <a:off x="2547735" y="2013814"/>
              <a:ext cx="4505731" cy="457199"/>
            </a:xfrm>
            <a:prstGeom prst="line">
              <a:avLst/>
            </a:prstGeom>
            <a:ln w="38100">
              <a:solidFill>
                <a:schemeClr val="accent1">
                  <a:alpha val="47000"/>
                </a:schemeClr>
              </a:solidFill>
            </a:ln>
          </p:spPr>
          <p:style>
            <a:lnRef idx="1">
              <a:schemeClr val="accent1"/>
            </a:lnRef>
            <a:fillRef idx="0">
              <a:schemeClr val="accent1"/>
            </a:fillRef>
            <a:effectRef idx="0">
              <a:schemeClr val="accent1"/>
            </a:effectRef>
            <a:fontRef idx="minor">
              <a:schemeClr val="tx1"/>
            </a:fontRef>
          </p:style>
        </p:cxnSp>
      </p:grpSp>
      <p:sp>
        <p:nvSpPr>
          <p:cNvPr id="94" name="Rectangle 93"/>
          <p:cNvSpPr/>
          <p:nvPr/>
        </p:nvSpPr>
        <p:spPr>
          <a:xfrm>
            <a:off x="0" y="4311168"/>
            <a:ext cx="9144000" cy="1905000"/>
          </a:xfrm>
          <a:prstGeom prst="rect">
            <a:avLst/>
          </a:prstGeom>
          <a:solidFill>
            <a:schemeClr val="accent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kern="1200" dirty="0">
              <a:solidFill>
                <a:prstClr val="white"/>
              </a:solidFill>
              <a:latin typeface="Tw Cen MT"/>
              <a:ea typeface="+mn-ea"/>
              <a:cs typeface="+mn-cs"/>
            </a:endParaRPr>
          </a:p>
        </p:txBody>
      </p:sp>
      <p:cxnSp>
        <p:nvCxnSpPr>
          <p:cNvPr id="96" name="Straight Connector 95"/>
          <p:cNvCxnSpPr/>
          <p:nvPr/>
        </p:nvCxnSpPr>
        <p:spPr>
          <a:xfrm>
            <a:off x="0" y="4387368"/>
            <a:ext cx="914400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p:nvPr/>
        </p:nvCxnSpPr>
        <p:spPr>
          <a:xfrm>
            <a:off x="0" y="6138380"/>
            <a:ext cx="914400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Text Placeholder 2"/>
          <p:cNvSpPr>
            <a:spLocks noGrp="1"/>
          </p:cNvSpPr>
          <p:nvPr>
            <p:ph type="body" idx="1"/>
          </p:nvPr>
        </p:nvSpPr>
        <p:spPr>
          <a:xfrm>
            <a:off x="457200" y="5621364"/>
            <a:ext cx="8305800" cy="414649"/>
          </a:xfrm>
        </p:spPr>
        <p:txBody>
          <a:bodyPr anchor="t"/>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95" name="Title 94"/>
          <p:cNvSpPr>
            <a:spLocks noGrp="1"/>
          </p:cNvSpPr>
          <p:nvPr>
            <p:ph type="title"/>
          </p:nvPr>
        </p:nvSpPr>
        <p:spPr>
          <a:xfrm>
            <a:off x="457200" y="4463568"/>
            <a:ext cx="8305800" cy="1143000"/>
          </a:xfrm>
        </p:spPr>
        <p:txBody>
          <a:bodyPr/>
          <a:lstStyle/>
          <a:p>
            <a:r>
              <a:rPr lang="es-ES" smtClean="0"/>
              <a:t>Haga clic para modificar el estilo de título del patrón</a:t>
            </a:r>
            <a:endParaRPr lang="en-US"/>
          </a:p>
        </p:txBody>
      </p:sp>
      <p:sp>
        <p:nvSpPr>
          <p:cNvPr id="2" name="Date Placeholder 1"/>
          <p:cNvSpPr>
            <a:spLocks noGrp="1"/>
          </p:cNvSpPr>
          <p:nvPr>
            <p:ph type="dt" sz="half" idx="10"/>
          </p:nvPr>
        </p:nvSpPr>
        <p:spPr/>
        <p:txBody>
          <a:bodyPr/>
          <a:lstStyle/>
          <a:p>
            <a:fld id="{1A5BB53B-57B1-484F-80F9-E9408C31C1CE}" type="datetimeFigureOut">
              <a:rPr lang="es-CO" smtClean="0"/>
              <a:t>15/12/2021</a:t>
            </a:fld>
            <a:endParaRPr lang="es-CO" dirty="0"/>
          </a:p>
        </p:txBody>
      </p:sp>
      <p:sp>
        <p:nvSpPr>
          <p:cNvPr id="91" name="Footer Placeholder 90"/>
          <p:cNvSpPr>
            <a:spLocks noGrp="1"/>
          </p:cNvSpPr>
          <p:nvPr>
            <p:ph type="ftr" sz="quarter" idx="11"/>
          </p:nvPr>
        </p:nvSpPr>
        <p:spPr/>
        <p:txBody>
          <a:bodyPr/>
          <a:lstStyle/>
          <a:p>
            <a:endParaRPr lang="es-CO" dirty="0"/>
          </a:p>
        </p:txBody>
      </p:sp>
      <p:sp>
        <p:nvSpPr>
          <p:cNvPr id="92" name="Slide Number Placeholder 91"/>
          <p:cNvSpPr>
            <a:spLocks noGrp="1"/>
          </p:cNvSpPr>
          <p:nvPr>
            <p:ph type="sldNum" sz="quarter" idx="12"/>
          </p:nvPr>
        </p:nvSpPr>
        <p:spPr/>
        <p:txBody>
          <a:bodyPr/>
          <a:lstStyle/>
          <a:p>
            <a:fld id="{2DD204C6-0CE5-4E90-8A94-22A0234B8CA7}" type="slidenum">
              <a:rPr lang="es-CO" smtClean="0"/>
              <a:t>‹Nº›</a:t>
            </a:fld>
            <a:endParaRPr lang="es-CO"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Date Placeholder 4"/>
          <p:cNvSpPr>
            <a:spLocks noGrp="1"/>
          </p:cNvSpPr>
          <p:nvPr>
            <p:ph type="dt" sz="half" idx="10"/>
          </p:nvPr>
        </p:nvSpPr>
        <p:spPr/>
        <p:txBody>
          <a:bodyPr/>
          <a:lstStyle/>
          <a:p>
            <a:fld id="{1A5BB53B-57B1-484F-80F9-E9408C31C1CE}" type="datetimeFigureOut">
              <a:rPr lang="es-CO" smtClean="0"/>
              <a:t>15/12/2021</a:t>
            </a:fld>
            <a:endParaRPr lang="es-CO" dirty="0"/>
          </a:p>
        </p:txBody>
      </p:sp>
      <p:sp>
        <p:nvSpPr>
          <p:cNvPr id="6" name="Footer Placeholder 5"/>
          <p:cNvSpPr>
            <a:spLocks noGrp="1"/>
          </p:cNvSpPr>
          <p:nvPr>
            <p:ph type="ftr" sz="quarter" idx="11"/>
          </p:nvPr>
        </p:nvSpPr>
        <p:spPr/>
        <p:txBody>
          <a:bodyPr/>
          <a:lstStyle/>
          <a:p>
            <a:endParaRPr lang="es-CO" dirty="0"/>
          </a:p>
        </p:txBody>
      </p:sp>
      <p:sp>
        <p:nvSpPr>
          <p:cNvPr id="7" name="Slide Number Placeholder 6"/>
          <p:cNvSpPr>
            <a:spLocks noGrp="1"/>
          </p:cNvSpPr>
          <p:nvPr>
            <p:ph type="sldNum" sz="quarter" idx="12"/>
          </p:nvPr>
        </p:nvSpPr>
        <p:spPr/>
        <p:txBody>
          <a:bodyPr/>
          <a:lstStyle/>
          <a:p>
            <a:fld id="{2DD204C6-0CE5-4E90-8A94-22A0234B8CA7}" type="slidenum">
              <a:rPr lang="es-CO" smtClean="0"/>
              <a:t>‹Nº›</a:t>
            </a:fld>
            <a:endParaRPr lang="es-CO"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lgn="ctr">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lgn="ctr">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7" name="Date Placeholder 6"/>
          <p:cNvSpPr>
            <a:spLocks noGrp="1"/>
          </p:cNvSpPr>
          <p:nvPr>
            <p:ph type="dt" sz="half" idx="10"/>
          </p:nvPr>
        </p:nvSpPr>
        <p:spPr/>
        <p:txBody>
          <a:bodyPr/>
          <a:lstStyle/>
          <a:p>
            <a:fld id="{1A5BB53B-57B1-484F-80F9-E9408C31C1CE}" type="datetimeFigureOut">
              <a:rPr lang="es-CO" smtClean="0"/>
              <a:t>15/12/2021</a:t>
            </a:fld>
            <a:endParaRPr lang="es-CO" dirty="0"/>
          </a:p>
        </p:txBody>
      </p:sp>
      <p:sp>
        <p:nvSpPr>
          <p:cNvPr id="8" name="Footer Placeholder 7"/>
          <p:cNvSpPr>
            <a:spLocks noGrp="1"/>
          </p:cNvSpPr>
          <p:nvPr>
            <p:ph type="ftr" sz="quarter" idx="11"/>
          </p:nvPr>
        </p:nvSpPr>
        <p:spPr/>
        <p:txBody>
          <a:bodyPr/>
          <a:lstStyle/>
          <a:p>
            <a:endParaRPr lang="es-CO" dirty="0"/>
          </a:p>
        </p:txBody>
      </p:sp>
      <p:sp>
        <p:nvSpPr>
          <p:cNvPr id="9" name="Slide Number Placeholder 8"/>
          <p:cNvSpPr>
            <a:spLocks noGrp="1"/>
          </p:cNvSpPr>
          <p:nvPr>
            <p:ph type="sldNum" sz="quarter" idx="12"/>
          </p:nvPr>
        </p:nvSpPr>
        <p:spPr/>
        <p:txBody>
          <a:bodyPr/>
          <a:lstStyle/>
          <a:p>
            <a:fld id="{2DD204C6-0CE5-4E90-8A94-22A0234B8CA7}" type="slidenum">
              <a:rPr lang="es-CO" smtClean="0"/>
              <a:t>‹Nº›</a:t>
            </a:fld>
            <a:endParaRPr lang="es-CO"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3" name="Date Placeholder 2"/>
          <p:cNvSpPr>
            <a:spLocks noGrp="1"/>
          </p:cNvSpPr>
          <p:nvPr>
            <p:ph type="dt" sz="half" idx="10"/>
          </p:nvPr>
        </p:nvSpPr>
        <p:spPr/>
        <p:txBody>
          <a:bodyPr/>
          <a:lstStyle/>
          <a:p>
            <a:fld id="{1A5BB53B-57B1-484F-80F9-E9408C31C1CE}" type="datetimeFigureOut">
              <a:rPr lang="es-CO" smtClean="0"/>
              <a:t>15/12/2021</a:t>
            </a:fld>
            <a:endParaRPr lang="es-CO" dirty="0"/>
          </a:p>
        </p:txBody>
      </p:sp>
      <p:sp>
        <p:nvSpPr>
          <p:cNvPr id="4" name="Footer Placeholder 3"/>
          <p:cNvSpPr>
            <a:spLocks noGrp="1"/>
          </p:cNvSpPr>
          <p:nvPr>
            <p:ph type="ftr" sz="quarter" idx="11"/>
          </p:nvPr>
        </p:nvSpPr>
        <p:spPr/>
        <p:txBody>
          <a:bodyPr/>
          <a:lstStyle/>
          <a:p>
            <a:endParaRPr lang="es-CO" dirty="0"/>
          </a:p>
        </p:txBody>
      </p:sp>
      <p:sp>
        <p:nvSpPr>
          <p:cNvPr id="5" name="Slide Number Placeholder 4"/>
          <p:cNvSpPr>
            <a:spLocks noGrp="1"/>
          </p:cNvSpPr>
          <p:nvPr>
            <p:ph type="sldNum" sz="quarter" idx="12"/>
          </p:nvPr>
        </p:nvSpPr>
        <p:spPr/>
        <p:txBody>
          <a:bodyPr/>
          <a:lstStyle/>
          <a:p>
            <a:fld id="{2DD204C6-0CE5-4E90-8A94-22A0234B8CA7}" type="slidenum">
              <a:rPr lang="es-CO" smtClean="0"/>
              <a:t>‹Nº›</a:t>
            </a:fld>
            <a:endParaRPr lang="es-CO"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5BB53B-57B1-484F-80F9-E9408C31C1CE}" type="datetimeFigureOut">
              <a:rPr lang="es-CO" smtClean="0"/>
              <a:t>15/12/2021</a:t>
            </a:fld>
            <a:endParaRPr lang="es-CO" dirty="0"/>
          </a:p>
        </p:txBody>
      </p:sp>
      <p:sp>
        <p:nvSpPr>
          <p:cNvPr id="3" name="Footer Placeholder 2"/>
          <p:cNvSpPr>
            <a:spLocks noGrp="1"/>
          </p:cNvSpPr>
          <p:nvPr>
            <p:ph type="ftr" sz="quarter" idx="11"/>
          </p:nvPr>
        </p:nvSpPr>
        <p:spPr/>
        <p:txBody>
          <a:bodyPr/>
          <a:lstStyle/>
          <a:p>
            <a:endParaRPr lang="es-CO" dirty="0"/>
          </a:p>
        </p:txBody>
      </p:sp>
      <p:sp>
        <p:nvSpPr>
          <p:cNvPr id="4" name="Slide Number Placeholder 3"/>
          <p:cNvSpPr>
            <a:spLocks noGrp="1"/>
          </p:cNvSpPr>
          <p:nvPr>
            <p:ph type="sldNum" sz="quarter" idx="12"/>
          </p:nvPr>
        </p:nvSpPr>
        <p:spPr/>
        <p:txBody>
          <a:bodyPr/>
          <a:lstStyle/>
          <a:p>
            <a:fld id="{2DD204C6-0CE5-4E90-8A94-22A0234B8CA7}" type="slidenum">
              <a:rPr lang="es-CO" smtClean="0"/>
              <a:t>‹Nº›</a:t>
            </a:fld>
            <a:endParaRPr lang="es-CO"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3" name="Content Placeholder 2"/>
          <p:cNvSpPr>
            <a:spLocks noGrp="1"/>
          </p:cNvSpPr>
          <p:nvPr>
            <p:ph idx="1"/>
          </p:nvPr>
        </p:nvSpPr>
        <p:spPr>
          <a:xfrm>
            <a:off x="3200400" y="273050"/>
            <a:ext cx="54864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1A5BB53B-57B1-484F-80F9-E9408C31C1CE}" type="datetimeFigureOut">
              <a:rPr lang="es-CO" smtClean="0"/>
              <a:t>15/12/2021</a:t>
            </a:fld>
            <a:endParaRPr lang="es-CO" dirty="0"/>
          </a:p>
        </p:txBody>
      </p:sp>
      <p:sp>
        <p:nvSpPr>
          <p:cNvPr id="6" name="Footer Placeholder 5"/>
          <p:cNvSpPr>
            <a:spLocks noGrp="1"/>
          </p:cNvSpPr>
          <p:nvPr>
            <p:ph type="ftr" sz="quarter" idx="11"/>
          </p:nvPr>
        </p:nvSpPr>
        <p:spPr/>
        <p:txBody>
          <a:bodyPr/>
          <a:lstStyle/>
          <a:p>
            <a:endParaRPr lang="es-CO" dirty="0"/>
          </a:p>
        </p:txBody>
      </p:sp>
      <p:sp>
        <p:nvSpPr>
          <p:cNvPr id="7" name="Slide Number Placeholder 6"/>
          <p:cNvSpPr>
            <a:spLocks noGrp="1"/>
          </p:cNvSpPr>
          <p:nvPr>
            <p:ph type="sldNum" sz="quarter" idx="12"/>
          </p:nvPr>
        </p:nvSpPr>
        <p:spPr/>
        <p:txBody>
          <a:bodyPr/>
          <a:lstStyle/>
          <a:p>
            <a:fld id="{2DD204C6-0CE5-4E90-8A94-22A0234B8CA7}" type="slidenum">
              <a:rPr lang="es-CO" smtClean="0"/>
              <a:t>‹Nº›</a:t>
            </a:fld>
            <a:endParaRPr lang="es-CO" dirty="0"/>
          </a:p>
        </p:txBody>
      </p:sp>
      <p:sp>
        <p:nvSpPr>
          <p:cNvPr id="37" name="Rectangle 36"/>
          <p:cNvSpPr/>
          <p:nvPr/>
        </p:nvSpPr>
        <p:spPr>
          <a:xfrm>
            <a:off x="0" y="1563624"/>
            <a:ext cx="2761488" cy="3313176"/>
          </a:xfrm>
          <a:prstGeom prst="rect">
            <a:avLst/>
          </a:prstGeom>
          <a:solidFill>
            <a:schemeClr val="accent1"/>
          </a:solidFill>
          <a:ln>
            <a:noFill/>
          </a:ln>
          <a:effectLst>
            <a:outerShdw blurRad="50800" dist="38100" dir="2700000" algn="ctr"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kern="1200" dirty="0">
              <a:solidFill>
                <a:prstClr val="white"/>
              </a:solidFill>
              <a:latin typeface="Tw Cen MT"/>
              <a:ea typeface="+mn-ea"/>
              <a:cs typeface="+mn-cs"/>
            </a:endParaRPr>
          </a:p>
        </p:txBody>
      </p:sp>
      <p:cxnSp>
        <p:nvCxnSpPr>
          <p:cNvPr id="39" name="Straight Connector 38"/>
          <p:cNvCxnSpPr/>
          <p:nvPr/>
        </p:nvCxnSpPr>
        <p:spPr>
          <a:xfrm rot="5400000">
            <a:off x="1128157" y="3221339"/>
            <a:ext cx="3017520" cy="79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0" y="1712976"/>
            <a:ext cx="265176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0" y="4733544"/>
            <a:ext cx="265176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2400" y="1901952"/>
            <a:ext cx="2377440" cy="1371600"/>
          </a:xfrm>
        </p:spPr>
        <p:txBody>
          <a:bodyPr anchor="b">
            <a:normAutofit/>
          </a:bodyPr>
          <a:lstStyle>
            <a:lvl1pPr algn="l" defTabSz="914400" rtl="0" eaLnBrk="1" latinLnBrk="0" hangingPunct="1">
              <a:spcBef>
                <a:spcPct val="0"/>
              </a:spcBef>
              <a:buNone/>
              <a:tabLst>
                <a:tab pos="3830638" algn="l"/>
              </a:tabLst>
              <a:defRPr lang="en-US" sz="2600" b="1" kern="1200" cap="none" spc="20" baseline="0" dirty="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latin typeface="+mj-lt"/>
                <a:ea typeface="+mj-ea"/>
                <a:cs typeface="+mj-cs"/>
              </a:defRPr>
            </a:lvl1pPr>
          </a:lstStyle>
          <a:p>
            <a:r>
              <a:rPr lang="es-ES" smtClean="0"/>
              <a:t>Haga clic para modificar el estilo de título del patrón</a:t>
            </a:r>
            <a:endParaRPr lang="en-US" dirty="0"/>
          </a:p>
        </p:txBody>
      </p:sp>
      <p:sp>
        <p:nvSpPr>
          <p:cNvPr id="4" name="Text Placeholder 3"/>
          <p:cNvSpPr>
            <a:spLocks noGrp="1"/>
          </p:cNvSpPr>
          <p:nvPr>
            <p:ph type="body" sz="half" idx="2"/>
          </p:nvPr>
        </p:nvSpPr>
        <p:spPr>
          <a:xfrm>
            <a:off x="152400" y="3273552"/>
            <a:ext cx="2377440" cy="1371600"/>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3200400" y="381000"/>
            <a:ext cx="5562600" cy="5638800"/>
          </a:xfrm>
          <a:solidFill>
            <a:schemeClr val="bg2"/>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dirty="0" smtClean="0"/>
              <a:t>Haga clic en el icono para agregar una imagen</a:t>
            </a:r>
            <a:endParaRPr lang="en-US" dirty="0"/>
          </a:p>
        </p:txBody>
      </p:sp>
      <p:sp>
        <p:nvSpPr>
          <p:cNvPr id="5" name="Date Placeholder 4"/>
          <p:cNvSpPr>
            <a:spLocks noGrp="1"/>
          </p:cNvSpPr>
          <p:nvPr>
            <p:ph type="dt" sz="half" idx="10"/>
          </p:nvPr>
        </p:nvSpPr>
        <p:spPr/>
        <p:txBody>
          <a:bodyPr/>
          <a:lstStyle/>
          <a:p>
            <a:fld id="{1A5BB53B-57B1-484F-80F9-E9408C31C1CE}" type="datetimeFigureOut">
              <a:rPr lang="es-CO" smtClean="0"/>
              <a:t>15/12/2021</a:t>
            </a:fld>
            <a:endParaRPr lang="es-CO" dirty="0"/>
          </a:p>
        </p:txBody>
      </p:sp>
      <p:sp>
        <p:nvSpPr>
          <p:cNvPr id="6" name="Footer Placeholder 5"/>
          <p:cNvSpPr>
            <a:spLocks noGrp="1"/>
          </p:cNvSpPr>
          <p:nvPr>
            <p:ph type="ftr" sz="quarter" idx="11"/>
          </p:nvPr>
        </p:nvSpPr>
        <p:spPr/>
        <p:txBody>
          <a:bodyPr/>
          <a:lstStyle/>
          <a:p>
            <a:endParaRPr lang="es-CO" dirty="0"/>
          </a:p>
        </p:txBody>
      </p:sp>
      <p:sp>
        <p:nvSpPr>
          <p:cNvPr id="7" name="Slide Number Placeholder 6"/>
          <p:cNvSpPr>
            <a:spLocks noGrp="1"/>
          </p:cNvSpPr>
          <p:nvPr>
            <p:ph type="sldNum" sz="quarter" idx="12"/>
          </p:nvPr>
        </p:nvSpPr>
        <p:spPr/>
        <p:txBody>
          <a:bodyPr/>
          <a:lstStyle/>
          <a:p>
            <a:fld id="{2DD204C6-0CE5-4E90-8A94-22A0234B8CA7}" type="slidenum">
              <a:rPr lang="es-CO" smtClean="0"/>
              <a:t>‹Nº›</a:t>
            </a:fld>
            <a:endParaRPr lang="es-CO" dirty="0"/>
          </a:p>
        </p:txBody>
      </p:sp>
      <p:sp>
        <p:nvSpPr>
          <p:cNvPr id="33" name="Rectangle 32"/>
          <p:cNvSpPr/>
          <p:nvPr/>
        </p:nvSpPr>
        <p:spPr>
          <a:xfrm>
            <a:off x="0" y="1563624"/>
            <a:ext cx="2761488" cy="3313176"/>
          </a:xfrm>
          <a:prstGeom prst="rect">
            <a:avLst/>
          </a:prstGeom>
          <a:solidFill>
            <a:schemeClr val="accent1"/>
          </a:solidFill>
          <a:ln>
            <a:noFill/>
          </a:ln>
          <a:effectLst>
            <a:outerShdw blurRad="50800" dist="38100" dir="2700000" algn="ctr" rotWithShape="0">
              <a:srgbClr val="000000">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kern="1200" dirty="0">
              <a:solidFill>
                <a:prstClr val="white"/>
              </a:solidFill>
              <a:latin typeface="Tw Cen MT"/>
              <a:ea typeface="+mn-ea"/>
              <a:cs typeface="+mn-cs"/>
            </a:endParaRPr>
          </a:p>
        </p:txBody>
      </p:sp>
      <p:cxnSp>
        <p:nvCxnSpPr>
          <p:cNvPr id="34" name="Straight Connector 33"/>
          <p:cNvCxnSpPr/>
          <p:nvPr/>
        </p:nvCxnSpPr>
        <p:spPr>
          <a:xfrm rot="5400000">
            <a:off x="1128157" y="3221339"/>
            <a:ext cx="3017520" cy="79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0" y="1712976"/>
            <a:ext cx="265176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0" y="4733544"/>
            <a:ext cx="2651760" cy="158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5448" y="1905000"/>
            <a:ext cx="2377440" cy="1371600"/>
          </a:xfrm>
        </p:spPr>
        <p:txBody>
          <a:bodyPr anchor="b">
            <a:normAutofit/>
          </a:bodyPr>
          <a:lstStyle>
            <a:lvl1pPr algn="l">
              <a:defRPr sz="2600" b="1" cap="none" spc="20" baseline="0">
                <a:ln w="12700" cmpd="sng">
                  <a:solidFill>
                    <a:schemeClr val="accent6">
                      <a:satMod val="120000"/>
                      <a:shade val="80000"/>
                    </a:schemeClr>
                  </a:solidFill>
                  <a:prstDash val="solid"/>
                </a:ln>
                <a:solidFill>
                  <a:schemeClr val="accent6">
                    <a:tint val="1000"/>
                  </a:schemeClr>
                </a:solidFill>
                <a:effectLst>
                  <a:glow rad="53100">
                    <a:schemeClr val="accent6">
                      <a:satMod val="180000"/>
                      <a:alpha val="30000"/>
                    </a:schemeClr>
                  </a:glow>
                </a:effectLst>
              </a:defRPr>
            </a:lvl1pPr>
          </a:lstStyle>
          <a:p>
            <a:r>
              <a:rPr lang="es-ES" smtClean="0"/>
              <a:t>Haga clic para modificar el estilo de título del patrón</a:t>
            </a:r>
            <a:endParaRPr lang="en-US" dirty="0"/>
          </a:p>
        </p:txBody>
      </p:sp>
      <p:sp>
        <p:nvSpPr>
          <p:cNvPr id="4" name="Text Placeholder 3"/>
          <p:cNvSpPr>
            <a:spLocks noGrp="1"/>
          </p:cNvSpPr>
          <p:nvPr>
            <p:ph type="body" sz="half" idx="2"/>
          </p:nvPr>
        </p:nvSpPr>
        <p:spPr>
          <a:xfrm>
            <a:off x="152400" y="3276600"/>
            <a:ext cx="2377440" cy="1371600"/>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3" name="Vertical Text Placeholder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1A5BB53B-57B1-484F-80F9-E9408C31C1CE}" type="datetimeFigureOut">
              <a:rPr lang="es-CO" smtClean="0"/>
              <a:t>15/12/2021</a:t>
            </a:fld>
            <a:endParaRPr lang="es-CO" dirty="0"/>
          </a:p>
        </p:txBody>
      </p:sp>
      <p:sp>
        <p:nvSpPr>
          <p:cNvPr id="5" name="Footer Placeholder 4"/>
          <p:cNvSpPr>
            <a:spLocks noGrp="1"/>
          </p:cNvSpPr>
          <p:nvPr>
            <p:ph type="ftr" sz="quarter" idx="11"/>
          </p:nvPr>
        </p:nvSpPr>
        <p:spPr/>
        <p:txBody>
          <a:bodyPr/>
          <a:lstStyle/>
          <a:p>
            <a:endParaRPr lang="es-CO" dirty="0"/>
          </a:p>
        </p:txBody>
      </p:sp>
      <p:sp>
        <p:nvSpPr>
          <p:cNvPr id="6" name="Slide Number Placeholder 5"/>
          <p:cNvSpPr>
            <a:spLocks noGrp="1"/>
          </p:cNvSpPr>
          <p:nvPr>
            <p:ph type="sldNum" sz="quarter" idx="12"/>
          </p:nvPr>
        </p:nvSpPr>
        <p:spPr/>
        <p:txBody>
          <a:bodyPr/>
          <a:lstStyle/>
          <a:p>
            <a:fld id="{2DD204C6-0CE5-4E90-8A94-22A0234B8CA7}" type="slidenum">
              <a:rPr lang="es-CO" smtClean="0"/>
              <a:t>‹Nº›</a:t>
            </a:fld>
            <a:endParaRPr lang="es-CO"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1A5BB53B-57B1-484F-80F9-E9408C31C1CE}" type="datetimeFigureOut">
              <a:rPr lang="es-CO" smtClean="0"/>
              <a:t>15/12/2021</a:t>
            </a:fld>
            <a:endParaRPr lang="es-CO" dirty="0"/>
          </a:p>
        </p:txBody>
      </p:sp>
      <p:sp>
        <p:nvSpPr>
          <p:cNvPr id="5" name="Footer Placeholder 4"/>
          <p:cNvSpPr>
            <a:spLocks noGrp="1"/>
          </p:cNvSpPr>
          <p:nvPr>
            <p:ph type="ftr" sz="quarter" idx="11"/>
          </p:nvPr>
        </p:nvSpPr>
        <p:spPr/>
        <p:txBody>
          <a:bodyPr/>
          <a:lstStyle/>
          <a:p>
            <a:endParaRPr lang="es-CO" dirty="0"/>
          </a:p>
        </p:txBody>
      </p:sp>
      <p:sp>
        <p:nvSpPr>
          <p:cNvPr id="6" name="Slide Number Placeholder 5"/>
          <p:cNvSpPr>
            <a:spLocks noGrp="1"/>
          </p:cNvSpPr>
          <p:nvPr>
            <p:ph type="sldNum" sz="quarter" idx="12"/>
          </p:nvPr>
        </p:nvSpPr>
        <p:spPr/>
        <p:txBody>
          <a:bodyPr/>
          <a:lstStyle/>
          <a:p>
            <a:fld id="{2DD204C6-0CE5-4E90-8A94-22A0234B8CA7}" type="slidenum">
              <a:rPr lang="es-CO" smtClean="0"/>
              <a:t>‹Nº›</a:t>
            </a:fld>
            <a:endParaRPr lang="es-CO"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90" name="Rectangle 189"/>
          <p:cNvSpPr/>
          <p:nvPr/>
        </p:nvSpPr>
        <p:spPr>
          <a:xfrm>
            <a:off x="149352" y="137160"/>
            <a:ext cx="8869680" cy="6583680"/>
          </a:xfrm>
          <a:prstGeom prst="rect">
            <a:avLst/>
          </a:prstGeom>
          <a:noFill/>
          <a:ln w="19050" cmpd="sng">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kern="1200" dirty="0">
              <a:solidFill>
                <a:prstClr val="white"/>
              </a:solidFill>
              <a:latin typeface="Tw Cen MT"/>
              <a:ea typeface="+mn-ea"/>
              <a:cs typeface="+mn-cs"/>
            </a:endParaRPr>
          </a:p>
        </p:txBody>
      </p:sp>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b">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457200" y="6312408"/>
            <a:ext cx="2133600" cy="365125"/>
          </a:xfrm>
          <a:prstGeom prst="rect">
            <a:avLst/>
          </a:prstGeom>
        </p:spPr>
        <p:txBody>
          <a:bodyPr vert="horz" lIns="91440" tIns="45720" rIns="91440" bIns="45720" rtlCol="0" anchor="ctr"/>
          <a:lstStyle>
            <a:lvl1pPr algn="l">
              <a:defRPr sz="1200">
                <a:solidFill>
                  <a:schemeClr val="tx2"/>
                </a:solidFill>
              </a:defRPr>
            </a:lvl1pPr>
          </a:lstStyle>
          <a:p>
            <a:fld id="{1A5BB53B-57B1-484F-80F9-E9408C31C1CE}" type="datetimeFigureOut">
              <a:rPr lang="es-CO" smtClean="0"/>
              <a:t>15/12/2021</a:t>
            </a:fld>
            <a:endParaRPr lang="es-CO" dirty="0"/>
          </a:p>
        </p:txBody>
      </p:sp>
      <p:sp>
        <p:nvSpPr>
          <p:cNvPr id="5" name="Footer Placeholder 4"/>
          <p:cNvSpPr>
            <a:spLocks noGrp="1"/>
          </p:cNvSpPr>
          <p:nvPr>
            <p:ph type="ftr" sz="quarter" idx="3"/>
          </p:nvPr>
        </p:nvSpPr>
        <p:spPr>
          <a:xfrm>
            <a:off x="2831123" y="6312408"/>
            <a:ext cx="3481754" cy="365125"/>
          </a:xfrm>
          <a:prstGeom prst="rect">
            <a:avLst/>
          </a:prstGeom>
        </p:spPr>
        <p:txBody>
          <a:bodyPr vert="horz" lIns="91440" tIns="45720" rIns="91440" bIns="45720" rtlCol="0" anchor="ctr"/>
          <a:lstStyle>
            <a:lvl1pPr algn="ctr">
              <a:defRPr sz="1200">
                <a:solidFill>
                  <a:schemeClr val="tx2"/>
                </a:solidFill>
              </a:defRPr>
            </a:lvl1pPr>
          </a:lstStyle>
          <a:p>
            <a:endParaRPr lang="es-CO" dirty="0"/>
          </a:p>
        </p:txBody>
      </p:sp>
      <p:sp>
        <p:nvSpPr>
          <p:cNvPr id="6" name="Slide Number Placeholder 5"/>
          <p:cNvSpPr>
            <a:spLocks noGrp="1"/>
          </p:cNvSpPr>
          <p:nvPr>
            <p:ph type="sldNum" sz="quarter" idx="4"/>
          </p:nvPr>
        </p:nvSpPr>
        <p:spPr>
          <a:xfrm>
            <a:off x="6553200" y="6312408"/>
            <a:ext cx="2133600" cy="365125"/>
          </a:xfrm>
          <a:prstGeom prst="rect">
            <a:avLst/>
          </a:prstGeom>
        </p:spPr>
        <p:txBody>
          <a:bodyPr vert="horz" lIns="91440" tIns="45720" rIns="91440" bIns="45720" rtlCol="0" anchor="ctr"/>
          <a:lstStyle>
            <a:lvl1pPr algn="r">
              <a:defRPr sz="1200">
                <a:solidFill>
                  <a:schemeClr val="tx2"/>
                </a:solidFill>
              </a:defRPr>
            </a:lvl1pPr>
          </a:lstStyle>
          <a:p>
            <a:fld id="{2DD204C6-0CE5-4E90-8A94-22A0234B8CA7}" type="slidenum">
              <a:rPr lang="es-CO" smtClean="0"/>
              <a:t>‹Nº›</a:t>
            </a:fld>
            <a:endParaRPr lang="es-CO" dirty="0"/>
          </a:p>
        </p:txBody>
      </p:sp>
    </p:spTree>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spcBef>
          <a:spcPct val="0"/>
        </a:spcBef>
        <a:buNone/>
        <a:tabLst>
          <a:tab pos="3830638" algn="l"/>
        </a:tabLst>
        <a:defRPr sz="3600" b="1" kern="1200" cap="none" spc="50">
          <a:ln w="13335" cmpd="sng">
            <a:solidFill>
              <a:schemeClr val="accent1">
                <a:lumMod val="50000"/>
              </a:schemeClr>
            </a:solidFill>
            <a:prstDash val="solid"/>
          </a:ln>
          <a:solidFill>
            <a:schemeClr val="accent6">
              <a:tint val="1000"/>
            </a:schemeClr>
          </a:solidFill>
          <a:effectLst/>
          <a:latin typeface="+mj-lt"/>
          <a:ea typeface="+mj-ea"/>
          <a:cs typeface="+mj-cs"/>
        </a:defRPr>
      </a:lvl1pPr>
    </p:titleStyle>
    <p:bodyStyle>
      <a:lvl1pPr marL="274320" indent="-274320" algn="l" defTabSz="914400" rtl="0" eaLnBrk="1" latinLnBrk="0" hangingPunct="1">
        <a:spcBef>
          <a:spcPct val="20000"/>
        </a:spcBef>
        <a:buClr>
          <a:schemeClr val="accent1">
            <a:lumMod val="60000"/>
            <a:lumOff val="40000"/>
          </a:schemeClr>
        </a:buClr>
        <a:buFont typeface="Arial" pitchFamily="34" charset="0"/>
        <a:buChar char="•"/>
        <a:defRPr sz="2400" kern="1200">
          <a:solidFill>
            <a:schemeClr val="tx2"/>
          </a:solidFill>
          <a:latin typeface="+mn-lt"/>
          <a:ea typeface="+mn-ea"/>
          <a:cs typeface="+mn-cs"/>
        </a:defRPr>
      </a:lvl1pPr>
      <a:lvl2pPr marL="548640" indent="-182880" algn="l" defTabSz="914400" rtl="0" eaLnBrk="1" latinLnBrk="0" hangingPunct="1">
        <a:spcBef>
          <a:spcPct val="20000"/>
        </a:spcBef>
        <a:buClr>
          <a:schemeClr val="accent1">
            <a:lumMod val="60000"/>
            <a:lumOff val="40000"/>
          </a:schemeClr>
        </a:buClr>
        <a:buFont typeface="Arial" pitchFamily="34" charset="0"/>
        <a:buChar char="•"/>
        <a:defRPr sz="2000" kern="1200">
          <a:solidFill>
            <a:schemeClr val="tx1"/>
          </a:solidFill>
          <a:latin typeface="+mn-lt"/>
          <a:ea typeface="+mn-ea"/>
          <a:cs typeface="+mn-cs"/>
        </a:defRPr>
      </a:lvl2pPr>
      <a:lvl3pPr marL="91440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3pPr>
      <a:lvl4pPr marL="118872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4pPr>
      <a:lvl5pPr marL="1463040" indent="-228600" algn="l" defTabSz="914400" rtl="0" eaLnBrk="1" latinLnBrk="0" hangingPunct="1">
        <a:spcBef>
          <a:spcPct val="20000"/>
        </a:spcBef>
        <a:buClr>
          <a:schemeClr val="accent4"/>
        </a:buClr>
        <a:buFont typeface="Arial" pitchFamily="34" charset="0"/>
        <a:buChar char="•"/>
        <a:defRPr sz="1600" kern="1200" baseline="0">
          <a:solidFill>
            <a:schemeClr val="tx2"/>
          </a:solidFill>
          <a:latin typeface="+mn-lt"/>
          <a:ea typeface="+mn-ea"/>
          <a:cs typeface="+mn-cs"/>
        </a:defRPr>
      </a:lvl5pPr>
      <a:lvl6pPr marL="1691640" indent="-182880" algn="l" defTabSz="914400" rtl="0" eaLnBrk="1" latinLnBrk="0" hangingPunct="1">
        <a:spcBef>
          <a:spcPct val="20000"/>
        </a:spcBef>
        <a:buClr>
          <a:schemeClr val="accent5"/>
        </a:buClr>
        <a:buFont typeface="Arial" pitchFamily="34" charset="0"/>
        <a:buChar char="•"/>
        <a:defRPr sz="1600" kern="1200">
          <a:solidFill>
            <a:schemeClr val="tx1"/>
          </a:solidFill>
          <a:latin typeface="+mn-lt"/>
          <a:ea typeface="+mn-ea"/>
          <a:cs typeface="+mn-cs"/>
        </a:defRPr>
      </a:lvl6pPr>
      <a:lvl7pPr marL="1920240" indent="-182880" algn="l" defTabSz="914400" rtl="0" eaLnBrk="1" latinLnBrk="0" hangingPunct="1">
        <a:spcBef>
          <a:spcPct val="20000"/>
        </a:spcBef>
        <a:buClr>
          <a:schemeClr val="accent6"/>
        </a:buClr>
        <a:buFont typeface="Arial" pitchFamily="34" charset="0"/>
        <a:buChar char="•"/>
        <a:defRPr sz="1600" kern="1200">
          <a:solidFill>
            <a:schemeClr val="tx1"/>
          </a:solidFill>
          <a:latin typeface="+mn-lt"/>
          <a:ea typeface="+mn-ea"/>
          <a:cs typeface="+mn-cs"/>
        </a:defRPr>
      </a:lvl7pPr>
      <a:lvl8pPr marL="2148840" indent="-182880" algn="l" defTabSz="914400" rtl="0" eaLnBrk="1" latinLnBrk="0" hangingPunct="1">
        <a:spcBef>
          <a:spcPct val="20000"/>
        </a:spcBef>
        <a:buClr>
          <a:schemeClr val="accent3"/>
        </a:buClr>
        <a:buFont typeface="Arial" pitchFamily="34" charset="0"/>
        <a:buChar char="•"/>
        <a:defRPr sz="1600" kern="1200">
          <a:solidFill>
            <a:schemeClr val="tx1"/>
          </a:solidFill>
          <a:latin typeface="+mn-lt"/>
          <a:ea typeface="+mn-ea"/>
          <a:cs typeface="+mn-cs"/>
        </a:defRPr>
      </a:lvl8pPr>
      <a:lvl9pPr marL="2377440" indent="-182880" algn="l" defTabSz="914400" rtl="0" eaLnBrk="1" latinLnBrk="0" hangingPunct="1">
        <a:spcBef>
          <a:spcPct val="20000"/>
        </a:spcBef>
        <a:buClr>
          <a:schemeClr val="accent6"/>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hyperlink" Target="https://www.php.net/manual/es/function.require.php" TargetMode="External"/><Relationship Id="rId3" Type="http://schemas.openxmlformats.org/officeDocument/2006/relationships/hyperlink" Target="https://www.php.net/manual/es/function.print.php" TargetMode="External"/><Relationship Id="rId7" Type="http://schemas.openxmlformats.org/officeDocument/2006/relationships/hyperlink" Target="https://www.php.net/manual/es/function.include.php" TargetMode="External"/><Relationship Id="rId2" Type="http://schemas.openxmlformats.org/officeDocument/2006/relationships/hyperlink" Target="https://www.php.net/manual/es/function.echo.php" TargetMode="External"/><Relationship Id="rId1" Type="http://schemas.openxmlformats.org/officeDocument/2006/relationships/slideLayout" Target="../slideLayouts/slideLayout2.xml"/><Relationship Id="rId6" Type="http://schemas.openxmlformats.org/officeDocument/2006/relationships/hyperlink" Target="https://www.php.net/manual/es/function.empty.php" TargetMode="External"/><Relationship Id="rId5" Type="http://schemas.openxmlformats.org/officeDocument/2006/relationships/hyperlink" Target="https://www.php.net/manual/es/function.isset.php" TargetMode="External"/><Relationship Id="rId4" Type="http://schemas.openxmlformats.org/officeDocument/2006/relationships/hyperlink" Target="https://www.php.net/manual/es/function.unset.php"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php.net/manual/es/function.imagecreatetruecolor.php" TargetMode="External"/><Relationship Id="rId7" Type="http://schemas.openxmlformats.org/officeDocument/2006/relationships/hyperlink" Target="https://www.php.net/manual/es/ref.var.php" TargetMode="External"/><Relationship Id="rId2" Type="http://schemas.openxmlformats.org/officeDocument/2006/relationships/hyperlink" Target="https://www.php.net/manual/es/ref.image.php" TargetMode="External"/><Relationship Id="rId1" Type="http://schemas.openxmlformats.org/officeDocument/2006/relationships/slideLayout" Target="../slideLayouts/slideLayout2.xml"/><Relationship Id="rId6" Type="http://schemas.openxmlformats.org/officeDocument/2006/relationships/hyperlink" Target="https://www.php.net/manual/es/ref.strings.php" TargetMode="External"/><Relationship Id="rId5" Type="http://schemas.openxmlformats.org/officeDocument/2006/relationships/hyperlink" Target="https://www.php.net/manual/es/book.mysqli.php" TargetMode="External"/><Relationship Id="rId4" Type="http://schemas.openxmlformats.org/officeDocument/2006/relationships/hyperlink" Target="https://www.php.net/manual/es/function.mysql-connect.php"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texto"/>
          <p:cNvSpPr>
            <a:spLocks noGrp="1"/>
          </p:cNvSpPr>
          <p:nvPr>
            <p:ph type="body" idx="1"/>
          </p:nvPr>
        </p:nvSpPr>
        <p:spPr>
          <a:xfrm>
            <a:off x="457200" y="116632"/>
            <a:ext cx="8305800" cy="6624736"/>
          </a:xfrm>
        </p:spPr>
        <p:txBody>
          <a:bodyPr>
            <a:normAutofit/>
          </a:bodyPr>
          <a:lstStyle/>
          <a:p>
            <a:pPr algn="ctr"/>
            <a:r>
              <a:rPr lang="es-ES" sz="2400" b="1" dirty="0" smtClean="0">
                <a:solidFill>
                  <a:schemeClr val="tx1"/>
                </a:solidFill>
              </a:rPr>
              <a:t>FUNCIONES EN PHP</a:t>
            </a:r>
          </a:p>
          <a:p>
            <a:pPr algn="ctr"/>
            <a:endParaRPr lang="es-ES" sz="2400" dirty="0">
              <a:solidFill>
                <a:schemeClr val="tx1"/>
              </a:solidFill>
            </a:endParaRPr>
          </a:p>
          <a:p>
            <a:pPr algn="ctr" fontAlgn="base"/>
            <a:r>
              <a:rPr lang="es-CO" sz="2400" b="1" dirty="0" smtClean="0">
                <a:solidFill>
                  <a:schemeClr val="tx1"/>
                </a:solidFill>
                <a:latin typeface="Calibri" panose="020F0502020204030204" pitchFamily="34" charset="0"/>
                <a:cs typeface="Calibri" panose="020F0502020204030204" pitchFamily="34" charset="0"/>
              </a:rPr>
              <a:t>NOMBRES APRENDICES:</a:t>
            </a:r>
          </a:p>
          <a:p>
            <a:pPr algn="ctr" fontAlgn="base"/>
            <a:r>
              <a:rPr lang="es-ES" sz="2400" b="1" dirty="0" smtClean="0">
                <a:solidFill>
                  <a:schemeClr val="tx1"/>
                </a:solidFill>
                <a:latin typeface="Calibri" panose="020F0502020204030204" pitchFamily="34" charset="0"/>
                <a:cs typeface="Calibri" panose="020F0502020204030204" pitchFamily="34" charset="0"/>
              </a:rPr>
              <a:t>Claudia Paola Soriano Arévalo</a:t>
            </a:r>
            <a:endParaRPr lang="es-CO" sz="2400" dirty="0">
              <a:solidFill>
                <a:schemeClr val="tx1"/>
              </a:solidFill>
              <a:latin typeface="Calibri" panose="020F0502020204030204" pitchFamily="34" charset="0"/>
              <a:cs typeface="Calibri" panose="020F0502020204030204" pitchFamily="34" charset="0"/>
            </a:endParaRPr>
          </a:p>
          <a:p>
            <a:pPr algn="ctr" fontAlgn="base"/>
            <a:r>
              <a:rPr lang="es-CO" sz="2400" b="1" dirty="0">
                <a:solidFill>
                  <a:schemeClr val="tx1"/>
                </a:solidFill>
                <a:latin typeface="Calibri" panose="020F0502020204030204" pitchFamily="34" charset="0"/>
                <a:cs typeface="Calibri" panose="020F0502020204030204" pitchFamily="34" charset="0"/>
              </a:rPr>
              <a:t>Mayerly Salamanca Salamanca</a:t>
            </a:r>
            <a:endParaRPr lang="es-CO" sz="2400" dirty="0">
              <a:solidFill>
                <a:schemeClr val="tx1"/>
              </a:solidFill>
              <a:latin typeface="Calibri" panose="020F0502020204030204" pitchFamily="34" charset="0"/>
              <a:cs typeface="Calibri" panose="020F0502020204030204" pitchFamily="34" charset="0"/>
            </a:endParaRPr>
          </a:p>
          <a:p>
            <a:pPr algn="ctr" fontAlgn="base"/>
            <a:r>
              <a:rPr lang="es-CO" sz="2400" b="1" dirty="0">
                <a:solidFill>
                  <a:schemeClr val="tx1"/>
                </a:solidFill>
                <a:latin typeface="Calibri" panose="020F0502020204030204" pitchFamily="34" charset="0"/>
                <a:cs typeface="Calibri" panose="020F0502020204030204" pitchFamily="34" charset="0"/>
              </a:rPr>
              <a:t>PRESENTADO A:</a:t>
            </a:r>
            <a:endParaRPr lang="es-CO" sz="2400" dirty="0">
              <a:solidFill>
                <a:schemeClr val="tx1"/>
              </a:solidFill>
              <a:latin typeface="Calibri" panose="020F0502020204030204" pitchFamily="34" charset="0"/>
              <a:cs typeface="Calibri" panose="020F0502020204030204" pitchFamily="34" charset="0"/>
            </a:endParaRPr>
          </a:p>
          <a:p>
            <a:pPr algn="ctr" fontAlgn="base"/>
            <a:r>
              <a:rPr lang="es-CO" sz="2400" b="1" dirty="0">
                <a:solidFill>
                  <a:schemeClr val="tx1"/>
                </a:solidFill>
                <a:latin typeface="Calibri" panose="020F0502020204030204" pitchFamily="34" charset="0"/>
                <a:cs typeface="Calibri" panose="020F0502020204030204" pitchFamily="34" charset="0"/>
              </a:rPr>
              <a:t>Ing. Diego Alonso Ojeda</a:t>
            </a:r>
            <a:r>
              <a:rPr lang="es-ES" sz="2400" dirty="0">
                <a:solidFill>
                  <a:schemeClr val="tx1"/>
                </a:solidFill>
                <a:latin typeface="Calibri" panose="020F0502020204030204" pitchFamily="34" charset="0"/>
                <a:cs typeface="Calibri" panose="020F0502020204030204" pitchFamily="34" charset="0"/>
              </a:rPr>
              <a:t> </a:t>
            </a:r>
            <a:endParaRPr lang="es-CO" sz="2400" dirty="0">
              <a:solidFill>
                <a:schemeClr val="tx1"/>
              </a:solidFill>
              <a:latin typeface="Calibri" panose="020F0502020204030204" pitchFamily="34" charset="0"/>
              <a:cs typeface="Calibri" panose="020F0502020204030204" pitchFamily="34" charset="0"/>
            </a:endParaRPr>
          </a:p>
          <a:p>
            <a:pPr algn="ctr" fontAlgn="base"/>
            <a:r>
              <a:rPr lang="es-CO" sz="2400" b="1" dirty="0">
                <a:solidFill>
                  <a:schemeClr val="tx1"/>
                </a:solidFill>
                <a:latin typeface="Calibri" panose="020F0502020204030204" pitchFamily="34" charset="0"/>
                <a:cs typeface="Calibri" panose="020F0502020204030204" pitchFamily="34" charset="0"/>
              </a:rPr>
              <a:t>FICHA:</a:t>
            </a:r>
            <a:endParaRPr lang="es-CO" sz="2400" dirty="0">
              <a:solidFill>
                <a:schemeClr val="tx1"/>
              </a:solidFill>
              <a:latin typeface="Calibri" panose="020F0502020204030204" pitchFamily="34" charset="0"/>
              <a:cs typeface="Calibri" panose="020F0502020204030204" pitchFamily="34" charset="0"/>
            </a:endParaRPr>
          </a:p>
          <a:p>
            <a:pPr algn="ctr" fontAlgn="base"/>
            <a:r>
              <a:rPr lang="es-CO" sz="2400" b="1" dirty="0">
                <a:solidFill>
                  <a:schemeClr val="tx1"/>
                </a:solidFill>
                <a:latin typeface="Calibri" panose="020F0502020204030204" pitchFamily="34" charset="0"/>
                <a:cs typeface="Calibri" panose="020F0502020204030204" pitchFamily="34" charset="0"/>
              </a:rPr>
              <a:t>2163036</a:t>
            </a:r>
            <a:endParaRPr lang="es-CO" sz="2400" dirty="0">
              <a:solidFill>
                <a:schemeClr val="tx1"/>
              </a:solidFill>
              <a:latin typeface="Calibri" panose="020F0502020204030204" pitchFamily="34" charset="0"/>
              <a:cs typeface="Calibri" panose="020F0502020204030204" pitchFamily="34" charset="0"/>
            </a:endParaRPr>
          </a:p>
          <a:p>
            <a:pPr algn="ctr" fontAlgn="base"/>
            <a:r>
              <a:rPr lang="es-CO" sz="2400" b="1" dirty="0">
                <a:solidFill>
                  <a:schemeClr val="tx1"/>
                </a:solidFill>
                <a:latin typeface="Calibri" panose="020F0502020204030204" pitchFamily="34" charset="0"/>
                <a:cs typeface="Calibri" panose="020F0502020204030204" pitchFamily="34" charset="0"/>
              </a:rPr>
              <a:t>TECNÓLOGO EN ANÁLISIS Y DESARROLLO DE SISTEMAS DE INFORMACIÓN</a:t>
            </a:r>
            <a:r>
              <a:rPr lang="es-ES" sz="2400" dirty="0">
                <a:solidFill>
                  <a:schemeClr val="tx1"/>
                </a:solidFill>
                <a:latin typeface="Calibri" panose="020F0502020204030204" pitchFamily="34" charset="0"/>
                <a:cs typeface="Calibri" panose="020F0502020204030204" pitchFamily="34" charset="0"/>
              </a:rPr>
              <a:t> </a:t>
            </a:r>
            <a:endParaRPr lang="es-CO" sz="2400" dirty="0">
              <a:solidFill>
                <a:schemeClr val="tx1"/>
              </a:solidFill>
              <a:latin typeface="Calibri" panose="020F0502020204030204" pitchFamily="34" charset="0"/>
              <a:cs typeface="Calibri" panose="020F0502020204030204" pitchFamily="34" charset="0"/>
            </a:endParaRPr>
          </a:p>
          <a:p>
            <a:pPr algn="ctr" fontAlgn="base"/>
            <a:r>
              <a:rPr lang="es-CO" sz="2400" b="1" dirty="0">
                <a:solidFill>
                  <a:schemeClr val="tx1"/>
                </a:solidFill>
                <a:latin typeface="Calibri" panose="020F0502020204030204" pitchFamily="34" charset="0"/>
                <a:cs typeface="Calibri" panose="020F0502020204030204" pitchFamily="34" charset="0"/>
              </a:rPr>
              <a:t>CENTRO MINERO – REGIONAL BOYACÁ</a:t>
            </a:r>
            <a:endParaRPr lang="es-CO" sz="2400" dirty="0">
              <a:solidFill>
                <a:schemeClr val="tx1"/>
              </a:solidFill>
              <a:latin typeface="Calibri" panose="020F0502020204030204" pitchFamily="34" charset="0"/>
              <a:cs typeface="Calibri" panose="020F0502020204030204" pitchFamily="34" charset="0"/>
            </a:endParaRPr>
          </a:p>
          <a:p>
            <a:pPr algn="ctr" fontAlgn="base"/>
            <a:r>
              <a:rPr lang="es-CO" sz="2400" b="1" dirty="0">
                <a:solidFill>
                  <a:schemeClr val="tx1"/>
                </a:solidFill>
                <a:latin typeface="Calibri" panose="020F0502020204030204" pitchFamily="34" charset="0"/>
                <a:cs typeface="Calibri" panose="020F0502020204030204" pitchFamily="34" charset="0"/>
              </a:rPr>
              <a:t>2021</a:t>
            </a:r>
            <a:endParaRPr lang="es-CO" sz="2400" dirty="0">
              <a:solidFill>
                <a:schemeClr val="tx1"/>
              </a:solidFill>
              <a:latin typeface="Calibri" panose="020F0502020204030204" pitchFamily="34" charset="0"/>
              <a:cs typeface="Calibri" panose="020F0502020204030204" pitchFamily="34" charset="0"/>
            </a:endParaRPr>
          </a:p>
          <a:p>
            <a:pPr algn="ctr"/>
            <a:endParaRPr lang="es-CO" sz="2400" dirty="0">
              <a:solidFill>
                <a:schemeClr val="tx1"/>
              </a:solidFill>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3" y="160412"/>
            <a:ext cx="2232247" cy="37726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2 Título"/>
          <p:cNvSpPr>
            <a:spLocks noGrp="1"/>
          </p:cNvSpPr>
          <p:nvPr>
            <p:ph type="title"/>
          </p:nvPr>
        </p:nvSpPr>
        <p:spPr>
          <a:xfrm>
            <a:off x="3347864" y="5733256"/>
            <a:ext cx="5772944" cy="521384"/>
          </a:xfrm>
        </p:spPr>
        <p:txBody>
          <a:bodyPr>
            <a:normAutofit fontScale="90000"/>
          </a:bodyPr>
          <a:lstStyle/>
          <a:p>
            <a:endParaRPr lang="es-CO" dirty="0"/>
          </a:p>
        </p:txBody>
      </p:sp>
    </p:spTree>
    <p:extLst>
      <p:ext uri="{BB962C8B-B14F-4D97-AF65-F5344CB8AC3E}">
        <p14:creationId xmlns:p14="http://schemas.microsoft.com/office/powerpoint/2010/main" val="350264683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dirty="0" smtClean="0">
                <a:solidFill>
                  <a:srgbClr val="0070C0"/>
                </a:solidFill>
              </a:rPr>
              <a:t>FUNCIONES DEFINIDAS POR EL USUARIO</a:t>
            </a:r>
            <a:endParaRPr lang="es-CO" dirty="0">
              <a:solidFill>
                <a:srgbClr val="0070C0"/>
              </a:solidFill>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30325" y="5013176"/>
            <a:ext cx="1462156" cy="15740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2 Marcador de contenido"/>
          <p:cNvSpPr>
            <a:spLocks noGrp="1"/>
          </p:cNvSpPr>
          <p:nvPr>
            <p:ph idx="1"/>
          </p:nvPr>
        </p:nvSpPr>
        <p:spPr/>
        <p:txBody>
          <a:bodyPr>
            <a:normAutofit/>
          </a:bodyPr>
          <a:lstStyle/>
          <a:p>
            <a:pPr marL="0" indent="0">
              <a:buNone/>
            </a:pPr>
            <a:r>
              <a:rPr lang="es-ES" sz="2800" dirty="0"/>
              <a:t>Una función es un conjunto de líneas de código que realizan una tarea específica y puede retornar un valor. Las funciones son utilizadas para descomponer grandes problemas en tareas simples y para implementar operaciones que son comúnmente utilizadas durante un programa y de esta manera reducir la cantidad de código. </a:t>
            </a:r>
            <a:endParaRPr lang="es-ES" sz="2600" dirty="0">
              <a:solidFill>
                <a:schemeClr val="bg1"/>
              </a:solidFill>
            </a:endParaRPr>
          </a:p>
        </p:txBody>
      </p:sp>
    </p:spTree>
    <p:extLst>
      <p:ext uri="{BB962C8B-B14F-4D97-AF65-F5344CB8AC3E}">
        <p14:creationId xmlns:p14="http://schemas.microsoft.com/office/powerpoint/2010/main" val="329188423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3068960"/>
            <a:ext cx="7416824" cy="31302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1 Título"/>
          <p:cNvSpPr>
            <a:spLocks noGrp="1"/>
          </p:cNvSpPr>
          <p:nvPr>
            <p:ph type="title"/>
          </p:nvPr>
        </p:nvSpPr>
        <p:spPr/>
        <p:txBody>
          <a:bodyPr/>
          <a:lstStyle/>
          <a:p>
            <a:r>
              <a:rPr lang="es-ES" dirty="0" smtClean="0"/>
              <a:t>ARGUMENTOS DE FUNCIONES</a:t>
            </a:r>
            <a:endParaRPr lang="es-CO" dirty="0"/>
          </a:p>
        </p:txBody>
      </p:sp>
      <p:sp>
        <p:nvSpPr>
          <p:cNvPr id="3" name="2 Marcador de contenido"/>
          <p:cNvSpPr>
            <a:spLocks noGrp="1"/>
          </p:cNvSpPr>
          <p:nvPr>
            <p:ph idx="1"/>
          </p:nvPr>
        </p:nvSpPr>
        <p:spPr/>
        <p:txBody>
          <a:bodyPr/>
          <a:lstStyle/>
          <a:p>
            <a:r>
              <a:rPr lang="es-ES" dirty="0"/>
              <a:t>En las funciones pueden incluirse argumentos. Los </a:t>
            </a:r>
            <a:r>
              <a:rPr lang="es-ES" b="1" dirty="0"/>
              <a:t>argumentos de las funciones</a:t>
            </a:r>
            <a:r>
              <a:rPr lang="es-ES" dirty="0"/>
              <a:t> son un conjunto de </a:t>
            </a:r>
            <a:r>
              <a:rPr lang="es-ES" b="1" dirty="0"/>
              <a:t>expresiones</a:t>
            </a:r>
            <a:r>
              <a:rPr lang="es-ES" dirty="0"/>
              <a:t> delimitas por comas evaluadas de izquierda a derecha que se emplean para pasar información a las </a:t>
            </a:r>
            <a:r>
              <a:rPr lang="es-ES" b="1" dirty="0"/>
              <a:t>funciones</a:t>
            </a:r>
            <a:r>
              <a:rPr lang="es-ES" dirty="0" smtClean="0"/>
              <a:t>.</a:t>
            </a:r>
          </a:p>
          <a:p>
            <a:endParaRPr lang="es-ES" dirty="0" smtClean="0"/>
          </a:p>
          <a:p>
            <a:endParaRPr lang="es-CO" dirty="0"/>
          </a:p>
        </p:txBody>
      </p:sp>
    </p:spTree>
    <p:extLst>
      <p:ext uri="{BB962C8B-B14F-4D97-AF65-F5344CB8AC3E}">
        <p14:creationId xmlns:p14="http://schemas.microsoft.com/office/powerpoint/2010/main" val="284904847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smtClean="0"/>
              <a:t>DEVOLVER VALORES</a:t>
            </a:r>
            <a:endParaRPr lang="es-CO"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5" y="3212976"/>
            <a:ext cx="7200800" cy="31683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2 Marcador de contenido"/>
          <p:cNvSpPr>
            <a:spLocks noGrp="1"/>
          </p:cNvSpPr>
          <p:nvPr>
            <p:ph idx="1"/>
          </p:nvPr>
        </p:nvSpPr>
        <p:spPr/>
        <p:txBody>
          <a:bodyPr/>
          <a:lstStyle/>
          <a:p>
            <a:r>
              <a:rPr lang="es-ES" dirty="0"/>
              <a:t>Los valores son devueltos usando la sentencia opcional return. Se puede devolver cualquier tipo, incluidos arrays y objetos. Esto causa que la función finalice su ejecución inmediatamente y pase el control de nuevo a la línea desde la que fue llamada. </a:t>
            </a:r>
            <a:endParaRPr lang="es-ES" dirty="0" smtClean="0"/>
          </a:p>
          <a:p>
            <a:endParaRPr lang="es-CO" dirty="0"/>
          </a:p>
        </p:txBody>
      </p:sp>
    </p:spTree>
    <p:extLst>
      <p:ext uri="{BB962C8B-B14F-4D97-AF65-F5344CB8AC3E}">
        <p14:creationId xmlns:p14="http://schemas.microsoft.com/office/powerpoint/2010/main" val="215063725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smtClean="0"/>
              <a:t>FUNCIONES VARIABLES</a:t>
            </a:r>
            <a:endParaRPr lang="es-CO" dirty="0"/>
          </a:p>
        </p:txBody>
      </p:sp>
      <p:sp>
        <p:nvSpPr>
          <p:cNvPr id="3" name="2 Marcador de contenido"/>
          <p:cNvSpPr>
            <a:spLocks noGrp="1"/>
          </p:cNvSpPr>
          <p:nvPr>
            <p:ph idx="1"/>
          </p:nvPr>
        </p:nvSpPr>
        <p:spPr/>
        <p:txBody>
          <a:bodyPr/>
          <a:lstStyle/>
          <a:p>
            <a:r>
              <a:rPr lang="es-ES" dirty="0"/>
              <a:t>PHP admite el concepto de funciones variables. Esto significa que si un nombre de variable tiene paréntesis anexos a él, PHP buscará una función con el mismo nombre que lo evaluado por la variable, e intentará ejecutarla. Entre otras cosas, esto se puede usar para implementar llamadas de retorno, tablas de funciones, y así sucesivamente.</a:t>
            </a:r>
          </a:p>
          <a:p>
            <a:r>
              <a:rPr lang="es-ES" dirty="0"/>
              <a:t>Las funciones variables no funcionarán con constructores de lenguaje como </a:t>
            </a:r>
            <a:r>
              <a:rPr lang="es-ES" dirty="0">
                <a:hlinkClick r:id="rId2"/>
              </a:rPr>
              <a:t>echo</a:t>
            </a:r>
            <a:r>
              <a:rPr lang="es-ES" dirty="0"/>
              <a:t>, </a:t>
            </a:r>
            <a:r>
              <a:rPr lang="es-ES" dirty="0">
                <a:hlinkClick r:id="rId3"/>
              </a:rPr>
              <a:t>print</a:t>
            </a:r>
            <a:r>
              <a:rPr lang="es-ES" dirty="0"/>
              <a:t>, </a:t>
            </a:r>
            <a:r>
              <a:rPr lang="es-ES" dirty="0">
                <a:hlinkClick r:id="rId4"/>
              </a:rPr>
              <a:t>unset()</a:t>
            </a:r>
            <a:r>
              <a:rPr lang="es-ES" dirty="0"/>
              <a:t>, </a:t>
            </a:r>
            <a:r>
              <a:rPr lang="es-ES" dirty="0">
                <a:hlinkClick r:id="rId5"/>
              </a:rPr>
              <a:t>isset()</a:t>
            </a:r>
            <a:r>
              <a:rPr lang="es-ES" dirty="0"/>
              <a:t>, </a:t>
            </a:r>
            <a:r>
              <a:rPr lang="es-ES" dirty="0">
                <a:hlinkClick r:id="rId6"/>
              </a:rPr>
              <a:t>empty()</a:t>
            </a:r>
            <a:r>
              <a:rPr lang="es-ES" dirty="0"/>
              <a:t>, </a:t>
            </a:r>
            <a:r>
              <a:rPr lang="es-ES" dirty="0">
                <a:hlinkClick r:id="rId7"/>
              </a:rPr>
              <a:t>include</a:t>
            </a:r>
            <a:r>
              <a:rPr lang="es-ES" dirty="0"/>
              <a:t>, </a:t>
            </a:r>
            <a:r>
              <a:rPr lang="es-ES" dirty="0">
                <a:hlinkClick r:id="rId8"/>
              </a:rPr>
              <a:t>require</a:t>
            </a:r>
            <a:r>
              <a:rPr lang="es-ES" dirty="0"/>
              <a:t> y similares. Utilice funciones de envoltura </a:t>
            </a:r>
          </a:p>
          <a:p>
            <a:endParaRPr lang="es-CO" dirty="0"/>
          </a:p>
        </p:txBody>
      </p:sp>
    </p:spTree>
    <p:extLst>
      <p:ext uri="{BB962C8B-B14F-4D97-AF65-F5344CB8AC3E}">
        <p14:creationId xmlns:p14="http://schemas.microsoft.com/office/powerpoint/2010/main" val="11281747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smtClean="0"/>
              <a:t>FUNCIONES INTERNAS(INCLUIDAS)</a:t>
            </a:r>
            <a:endParaRPr lang="es-CO" dirty="0"/>
          </a:p>
        </p:txBody>
      </p:sp>
      <p:sp>
        <p:nvSpPr>
          <p:cNvPr id="3" name="2 Marcador de contenido"/>
          <p:cNvSpPr>
            <a:spLocks noGrp="1"/>
          </p:cNvSpPr>
          <p:nvPr>
            <p:ph idx="1"/>
          </p:nvPr>
        </p:nvSpPr>
        <p:spPr/>
        <p:txBody>
          <a:bodyPr/>
          <a:lstStyle/>
          <a:p>
            <a:r>
              <a:rPr lang="es-ES" dirty="0"/>
              <a:t>PHP se estandariza con muchas funciones y construcciones. También existen funciones que necesitan extensiones específicas de PHP compiladas, si no, aparecerán errores fatales "undefined function" ("función no definida"). Por ejemplo, para usar las funciones de </a:t>
            </a:r>
            <a:r>
              <a:rPr lang="es-ES" dirty="0">
                <a:hlinkClick r:id="rId2"/>
              </a:rPr>
              <a:t>image</a:t>
            </a:r>
            <a:r>
              <a:rPr lang="es-ES" dirty="0"/>
              <a:t> tales como </a:t>
            </a:r>
            <a:r>
              <a:rPr lang="es-ES" dirty="0">
                <a:hlinkClick r:id="rId3"/>
              </a:rPr>
              <a:t>imagecreatetruecolor()</a:t>
            </a:r>
            <a:r>
              <a:rPr lang="es-ES" dirty="0"/>
              <a:t>, PHP debe ser compilado con soporte para GD. O para usar </a:t>
            </a:r>
            <a:r>
              <a:rPr lang="es-ES" dirty="0">
                <a:hlinkClick r:id="rId4"/>
              </a:rPr>
              <a:t>mysql_connect()</a:t>
            </a:r>
            <a:r>
              <a:rPr lang="es-ES" dirty="0"/>
              <a:t>, PHP debe ser compilado con soporte para </a:t>
            </a:r>
            <a:r>
              <a:rPr lang="es-ES" dirty="0">
                <a:hlinkClick r:id="rId5"/>
              </a:rPr>
              <a:t>MySQLi</a:t>
            </a:r>
            <a:r>
              <a:rPr lang="es-ES" dirty="0"/>
              <a:t>. Hay muchas funciones de núcleo que está incluidas en cada versión de PHP, tales como las funciones de </a:t>
            </a:r>
            <a:r>
              <a:rPr lang="es-ES" dirty="0">
                <a:hlinkClick r:id="rId6"/>
              </a:rPr>
              <a:t>string</a:t>
            </a:r>
            <a:r>
              <a:rPr lang="es-ES" dirty="0"/>
              <a:t> y de </a:t>
            </a:r>
            <a:r>
              <a:rPr lang="es-ES" dirty="0">
                <a:hlinkClick r:id="rId7"/>
              </a:rPr>
              <a:t>variable</a:t>
            </a:r>
            <a:r>
              <a:rPr lang="es-ES" dirty="0"/>
              <a:t>.</a:t>
            </a:r>
            <a:endParaRPr lang="es-CO" dirty="0"/>
          </a:p>
        </p:txBody>
      </p:sp>
    </p:spTree>
    <p:extLst>
      <p:ext uri="{BB962C8B-B14F-4D97-AF65-F5344CB8AC3E}">
        <p14:creationId xmlns:p14="http://schemas.microsoft.com/office/powerpoint/2010/main" val="117991459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smtClean="0"/>
              <a:t>FUNCIONES ANONIMAS</a:t>
            </a:r>
            <a:endParaRPr lang="es-CO" dirty="0"/>
          </a:p>
        </p:txBody>
      </p:sp>
      <p:sp>
        <p:nvSpPr>
          <p:cNvPr id="3" name="2 Marcador de contenido"/>
          <p:cNvSpPr>
            <a:spLocks noGrp="1"/>
          </p:cNvSpPr>
          <p:nvPr>
            <p:ph idx="1"/>
          </p:nvPr>
        </p:nvSpPr>
        <p:spPr/>
        <p:txBody>
          <a:bodyPr/>
          <a:lstStyle/>
          <a:p>
            <a:r>
              <a:rPr lang="es-ES" dirty="0"/>
              <a:t>Las funciones anónimas, también conocidas como cierres (closures), permiten la creación de funciones que no tienen un nombre especificado. Son más útiles como valor de los parámetros de llamadas de retorno, pero tienen muchos otros usos</a:t>
            </a:r>
            <a:r>
              <a:rPr lang="es-ES" dirty="0" smtClean="0"/>
              <a:t>.</a:t>
            </a:r>
          </a:p>
          <a:p>
            <a:endParaRPr lang="es-CO"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3645024"/>
            <a:ext cx="7560840" cy="29523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5354237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5242594"/>
          </a:xfrm>
        </p:spPr>
        <p:txBody>
          <a:bodyPr>
            <a:noAutofit/>
          </a:bodyPr>
          <a:lstStyle/>
          <a:p>
            <a:endParaRPr lang="es-CO" sz="1000" dirty="0">
              <a:solidFill>
                <a:srgbClr val="00B0F0"/>
              </a:solidFill>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165" y="152347"/>
            <a:ext cx="8736323" cy="65170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89823939"/>
      </p:ext>
    </p:extLst>
  </p:cSld>
  <p:clrMapOvr>
    <a:masterClrMapping/>
  </p:clrMapOvr>
  <p:timing>
    <p:tnLst>
      <p:par>
        <p:cTn id="1" dur="indefinite" restart="never" nodeType="tmRoot"/>
      </p:par>
    </p:tnLst>
  </p:timing>
</p:sld>
</file>

<file path=ppt/theme/theme1.xml><?xml version="1.0" encoding="utf-8"?>
<a:theme xmlns:a="http://schemas.openxmlformats.org/drawingml/2006/main" name="Paja">
  <a:themeElements>
    <a:clrScheme name="Paja">
      <a:dk1>
        <a:sysClr val="windowText" lastClr="000000"/>
      </a:dk1>
      <a:lt1>
        <a:sysClr val="window" lastClr="FFFFFF"/>
      </a:lt1>
      <a:dk2>
        <a:srgbClr val="1D3641"/>
      </a:dk2>
      <a:lt2>
        <a:srgbClr val="DFE6D0"/>
      </a:lt2>
      <a:accent1>
        <a:srgbClr val="759AA5"/>
      </a:accent1>
      <a:accent2>
        <a:srgbClr val="CFC60D"/>
      </a:accent2>
      <a:accent3>
        <a:srgbClr val="99987F"/>
      </a:accent3>
      <a:accent4>
        <a:srgbClr val="90AC97"/>
      </a:accent4>
      <a:accent5>
        <a:srgbClr val="FFAD1C"/>
      </a:accent5>
      <a:accent6>
        <a:srgbClr val="B9AB6F"/>
      </a:accent6>
      <a:hlink>
        <a:srgbClr val="66AACD"/>
      </a:hlink>
      <a:folHlink>
        <a:srgbClr val="809DB3"/>
      </a:folHlink>
    </a:clrScheme>
    <a:fontScheme name="Intermedio">
      <a:majorFont>
        <a:latin typeface="Tw Cen MT"/>
        <a:ea typeface=""/>
        <a:cs typeface=""/>
        <a:font script="Grek" typeface="Calibri"/>
        <a:font script="Cyrl" typeface="Calibri"/>
        <a:font script="Jpan" typeface="HG創英角ｺﾞｼｯｸUB"/>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HG創英角ｺﾞｼｯｸUB"/>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ja">
      <a:fillStyleLst>
        <a:solidFill>
          <a:schemeClr val="phClr"/>
        </a:solidFill>
        <a:gradFill rotWithShape="1">
          <a:gsLst>
            <a:gs pos="0">
              <a:schemeClr val="phClr">
                <a:tint val="79000"/>
                <a:satMod val="180000"/>
              </a:schemeClr>
            </a:gs>
            <a:gs pos="65000">
              <a:schemeClr val="phClr">
                <a:tint val="52000"/>
                <a:satMod val="250000"/>
              </a:schemeClr>
            </a:gs>
            <a:gs pos="100000">
              <a:schemeClr val="phClr">
                <a:tint val="29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15875" cap="flat" cmpd="sng" algn="ctr">
          <a:solidFill>
            <a:schemeClr val="phClr"/>
          </a:solidFill>
          <a:prstDash val="solid"/>
        </a:ln>
        <a:ln w="38100" cap="flat" cmpd="sng" algn="ctr">
          <a:solidFill>
            <a:schemeClr val="phClr"/>
          </a:solidFill>
          <a:prstDash val="solid"/>
        </a:ln>
      </a:lnStyleLst>
      <a:effectStyleLst>
        <a:effectStyle>
          <a:effectLst>
            <a:outerShdw blurRad="63500" dist="25400" dir="5400000" rotWithShape="0">
              <a:srgbClr val="000000">
                <a:alpha val="43000"/>
              </a:srgbClr>
            </a:outerShdw>
          </a:effectLst>
        </a:effectStyle>
        <a:effectStyle>
          <a:effectLst>
            <a:outerShdw blurRad="63500" dist="25400" dir="5400000" rotWithShape="0">
              <a:srgbClr val="000000">
                <a:alpha val="43000"/>
              </a:srgbClr>
            </a:outerShdw>
          </a:effectLst>
          <a:scene3d>
            <a:camera prst="orthographicFront">
              <a:rot lat="0" lon="0" rev="0"/>
            </a:camera>
            <a:lightRig rig="brightRoom" dir="t">
              <a:rot lat="0" lon="0" rev="8700000"/>
            </a:lightRig>
          </a:scene3d>
          <a:sp3d contourW="12700" prstMaterial="dkEdge">
            <a:bevelT w="0" h="0" prst="relaxedInset"/>
            <a:contourClr>
              <a:schemeClr val="phClr">
                <a:shade val="65000"/>
                <a:satMod val="150000"/>
              </a:schemeClr>
            </a:contourClr>
          </a:sp3d>
        </a:effectStyle>
        <a:effectStyle>
          <a:effectLst>
            <a:outerShdw blurRad="63500" dist="25400" dir="5400000" rotWithShape="0">
              <a:srgbClr val="000000">
                <a:alpha val="43000"/>
              </a:srgbClr>
            </a:outerShdw>
          </a:effectLst>
          <a:scene3d>
            <a:camera prst="orthographicFront">
              <a:rot lat="0" lon="0" rev="0"/>
            </a:camera>
            <a:lightRig rig="glow" dir="t">
              <a:rot lat="0" lon="0" rev="13200000"/>
            </a:lightRig>
          </a:scene3d>
          <a:sp3d prstMaterial="dkEdge">
            <a:bevelT w="63500" h="50800" prst="relaxedInset"/>
          </a:sp3d>
        </a:effectStyle>
      </a:effectStyleLst>
      <a:bgFillStyleLst>
        <a:solidFill>
          <a:schemeClr val="phClr"/>
        </a:solidFill>
        <a:gradFill rotWithShape="1">
          <a:gsLst>
            <a:gs pos="0">
              <a:schemeClr val="phClr">
                <a:tint val="85000"/>
                <a:shade val="95000"/>
                <a:satMod val="200000"/>
              </a:schemeClr>
            </a:gs>
            <a:gs pos="53000">
              <a:schemeClr val="phClr">
                <a:shade val="60000"/>
                <a:satMod val="220000"/>
              </a:schemeClr>
            </a:gs>
            <a:gs pos="100000">
              <a:schemeClr val="phClr">
                <a:shade val="45000"/>
                <a:satMod val="220000"/>
              </a:schemeClr>
            </a:gs>
          </a:gsLst>
          <a:lin ang="16200000" scaled="0"/>
        </a:gradFill>
        <a:gradFill rotWithShape="1">
          <a:gsLst>
            <a:gs pos="0">
              <a:schemeClr val="phClr">
                <a:tint val="83000"/>
                <a:shade val="97000"/>
                <a:satMod val="230000"/>
              </a:schemeClr>
            </a:gs>
            <a:gs pos="100000">
              <a:schemeClr val="phClr">
                <a:shade val="35000"/>
                <a:satMod val="250000"/>
              </a:schemeClr>
            </a:gs>
          </a:gsLst>
          <a:path path="circle">
            <a:fillToRect l="15000" t="50000" r="85000" b="6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Thatch</Template>
  <TotalTime>68</TotalTime>
  <Words>267</Words>
  <Application>Microsoft Office PowerPoint</Application>
  <PresentationFormat>Presentación en pantalla (4:3)</PresentationFormat>
  <Paragraphs>26</Paragraphs>
  <Slides>8</Slides>
  <Notes>1</Notes>
  <HiddenSlides>0</HiddenSlides>
  <MMClips>0</MMClips>
  <ScaleCrop>false</ScaleCrop>
  <HeadingPairs>
    <vt:vector size="4" baseType="variant">
      <vt:variant>
        <vt:lpstr>Tema</vt:lpstr>
      </vt:variant>
      <vt:variant>
        <vt:i4>1</vt:i4>
      </vt:variant>
      <vt:variant>
        <vt:lpstr>Títulos de diapositiva</vt:lpstr>
      </vt:variant>
      <vt:variant>
        <vt:i4>8</vt:i4>
      </vt:variant>
    </vt:vector>
  </HeadingPairs>
  <TitlesOfParts>
    <vt:vector size="9" baseType="lpstr">
      <vt:lpstr>Paja</vt:lpstr>
      <vt:lpstr>Presentación de PowerPoint</vt:lpstr>
      <vt:lpstr>FUNCIONES DEFINIDAS POR EL USUARIO</vt:lpstr>
      <vt:lpstr>ARGUMENTOS DE FUNCIONES</vt:lpstr>
      <vt:lpstr>DEVOLVER VALORES</vt:lpstr>
      <vt:lpstr>FUNCIONES VARIABLES</vt:lpstr>
      <vt:lpstr>FUNCIONES INTERNAS(INCLUIDAS)</vt:lpstr>
      <vt:lpstr>FUNCIONES ANONIMAS</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ADMIN</dc:creator>
  <cp:lastModifiedBy>ADMIN</cp:lastModifiedBy>
  <cp:revision>18</cp:revision>
  <dcterms:created xsi:type="dcterms:W3CDTF">2021-12-08T00:01:50Z</dcterms:created>
  <dcterms:modified xsi:type="dcterms:W3CDTF">2021-12-15T20:27:26Z</dcterms:modified>
</cp:coreProperties>
</file>